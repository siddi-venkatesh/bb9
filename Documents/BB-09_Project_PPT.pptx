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B6E465B-B6DF-4B02-8BAC-323C1A21A247}">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668" autoAdjust="0"/>
  </p:normalViewPr>
  <p:slideViewPr>
    <p:cSldViewPr snapToGrid="0">
      <p:cViewPr varScale="1">
        <p:scale>
          <a:sx n="79" d="100"/>
          <a:sy n="79"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i koteswaramma" userId="ead2f222c84cbcb8" providerId="LiveId" clId="{B7F78286-81CE-4F30-AB92-CEBB78ED937B}"/>
    <pc:docChg chg="undo custSel addSld delSld modSld sldOrd modSection">
      <pc:chgData name="siddi koteswaramma" userId="ead2f222c84cbcb8" providerId="LiveId" clId="{B7F78286-81CE-4F30-AB92-CEBB78ED937B}" dt="2025-11-10T20:53:42.122" v="1191"/>
      <pc:docMkLst>
        <pc:docMk/>
      </pc:docMkLst>
      <pc:sldChg chg="modSp mod">
        <pc:chgData name="siddi koteswaramma" userId="ead2f222c84cbcb8" providerId="LiveId" clId="{B7F78286-81CE-4F30-AB92-CEBB78ED937B}" dt="2025-11-10T20:26:05.657" v="812" actId="20577"/>
        <pc:sldMkLst>
          <pc:docMk/>
          <pc:sldMk cId="1403919312" sldId="256"/>
        </pc:sldMkLst>
        <pc:spChg chg="mod">
          <ac:chgData name="siddi koteswaramma" userId="ead2f222c84cbcb8" providerId="LiveId" clId="{B7F78286-81CE-4F30-AB92-CEBB78ED937B}" dt="2025-11-10T20:26:05.657" v="812" actId="20577"/>
          <ac:spMkLst>
            <pc:docMk/>
            <pc:sldMk cId="1403919312" sldId="256"/>
            <ac:spMk id="13" creationId="{A2D03F1B-DC27-75B0-1CBE-844DF9E2D029}"/>
          </ac:spMkLst>
        </pc:spChg>
      </pc:sldChg>
      <pc:sldChg chg="ord">
        <pc:chgData name="siddi koteswaramma" userId="ead2f222c84cbcb8" providerId="LiveId" clId="{B7F78286-81CE-4F30-AB92-CEBB78ED937B}" dt="2025-11-10T17:27:13.531" v="475"/>
        <pc:sldMkLst>
          <pc:docMk/>
          <pc:sldMk cId="2836857836" sldId="257"/>
        </pc:sldMkLst>
      </pc:sldChg>
      <pc:sldChg chg="addSp delSp modSp mod">
        <pc:chgData name="siddi koteswaramma" userId="ead2f222c84cbcb8" providerId="LiveId" clId="{B7F78286-81CE-4F30-AB92-CEBB78ED937B}" dt="2025-11-10T16:30:04.777" v="19"/>
        <pc:sldMkLst>
          <pc:docMk/>
          <pc:sldMk cId="1860047514" sldId="259"/>
        </pc:sldMkLst>
        <pc:spChg chg="add del mod">
          <ac:chgData name="siddi koteswaramma" userId="ead2f222c84cbcb8" providerId="LiveId" clId="{B7F78286-81CE-4F30-AB92-CEBB78ED937B}" dt="2025-11-10T16:30:04.777" v="19"/>
          <ac:spMkLst>
            <pc:docMk/>
            <pc:sldMk cId="1860047514" sldId="259"/>
            <ac:spMk id="3" creationId="{E3BFD82E-A485-7D3B-CA90-6D3C8AF057B3}"/>
          </ac:spMkLst>
        </pc:spChg>
        <pc:spChg chg="add mod">
          <ac:chgData name="siddi koteswaramma" userId="ead2f222c84cbcb8" providerId="LiveId" clId="{B7F78286-81CE-4F30-AB92-CEBB78ED937B}" dt="2025-11-10T16:29:58.852" v="17" actId="2711"/>
          <ac:spMkLst>
            <pc:docMk/>
            <pc:sldMk cId="1860047514" sldId="259"/>
            <ac:spMk id="5" creationId="{665835D6-6E32-67C4-B348-5006F729D6C3}"/>
          </ac:spMkLst>
        </pc:spChg>
      </pc:sldChg>
      <pc:sldChg chg="addSp modSp mod">
        <pc:chgData name="siddi koteswaramma" userId="ead2f222c84cbcb8" providerId="LiveId" clId="{B7F78286-81CE-4F30-AB92-CEBB78ED937B}" dt="2025-11-10T16:57:51.649" v="337" actId="1076"/>
        <pc:sldMkLst>
          <pc:docMk/>
          <pc:sldMk cId="2216121208" sldId="260"/>
        </pc:sldMkLst>
        <pc:spChg chg="add mod">
          <ac:chgData name="siddi koteswaramma" userId="ead2f222c84cbcb8" providerId="LiveId" clId="{B7F78286-81CE-4F30-AB92-CEBB78ED937B}" dt="2025-11-10T16:57:51.649" v="337" actId="1076"/>
          <ac:spMkLst>
            <pc:docMk/>
            <pc:sldMk cId="2216121208" sldId="260"/>
            <ac:spMk id="5" creationId="{DDE31B94-D6A6-D844-08D2-F5AFCDF6AECB}"/>
          </ac:spMkLst>
        </pc:spChg>
        <pc:graphicFrameChg chg="add mod modGraphic">
          <ac:chgData name="siddi koteswaramma" userId="ead2f222c84cbcb8" providerId="LiveId" clId="{B7F78286-81CE-4F30-AB92-CEBB78ED937B}" dt="2025-11-10T16:57:15.096" v="334" actId="1076"/>
          <ac:graphicFrameMkLst>
            <pc:docMk/>
            <pc:sldMk cId="2216121208" sldId="260"/>
            <ac:graphicFrameMk id="3" creationId="{0A3BC677-67C6-0681-6D87-D924E5BC603D}"/>
          </ac:graphicFrameMkLst>
        </pc:graphicFrameChg>
      </pc:sldChg>
      <pc:sldChg chg="addSp modSp mod">
        <pc:chgData name="siddi koteswaramma" userId="ead2f222c84cbcb8" providerId="LiveId" clId="{B7F78286-81CE-4F30-AB92-CEBB78ED937B}" dt="2025-11-10T17:11:05.784" v="367" actId="255"/>
        <pc:sldMkLst>
          <pc:docMk/>
          <pc:sldMk cId="239844330" sldId="261"/>
        </pc:sldMkLst>
        <pc:spChg chg="add mod">
          <ac:chgData name="siddi koteswaramma" userId="ead2f222c84cbcb8" providerId="LiveId" clId="{B7F78286-81CE-4F30-AB92-CEBB78ED937B}" dt="2025-11-10T16:59:29.853" v="347" actId="1076"/>
          <ac:spMkLst>
            <pc:docMk/>
            <pc:sldMk cId="239844330" sldId="261"/>
            <ac:spMk id="4" creationId="{076295EE-3EBA-772A-3497-494AA52216C0}"/>
          </ac:spMkLst>
        </pc:spChg>
        <pc:spChg chg="add mod">
          <ac:chgData name="siddi koteswaramma" userId="ead2f222c84cbcb8" providerId="LiveId" clId="{B7F78286-81CE-4F30-AB92-CEBB78ED937B}" dt="2025-11-10T17:11:05.784" v="367" actId="255"/>
          <ac:spMkLst>
            <pc:docMk/>
            <pc:sldMk cId="239844330" sldId="261"/>
            <ac:spMk id="5" creationId="{C090702B-0446-4F9A-E550-416A94C8DE6A}"/>
          </ac:spMkLst>
        </pc:spChg>
      </pc:sldChg>
      <pc:sldChg chg="addSp delSp modSp new mod">
        <pc:chgData name="siddi koteswaramma" userId="ead2f222c84cbcb8" providerId="LiveId" clId="{B7F78286-81CE-4F30-AB92-CEBB78ED937B}" dt="2025-11-10T17:15:26.217" v="390" actId="403"/>
        <pc:sldMkLst>
          <pc:docMk/>
          <pc:sldMk cId="3316694482" sldId="262"/>
        </pc:sldMkLst>
        <pc:spChg chg="add mod">
          <ac:chgData name="siddi koteswaramma" userId="ead2f222c84cbcb8" providerId="LiveId" clId="{B7F78286-81CE-4F30-AB92-CEBB78ED937B}" dt="2025-11-10T17:12:05.873" v="380" actId="1076"/>
          <ac:spMkLst>
            <pc:docMk/>
            <pc:sldMk cId="3316694482" sldId="262"/>
            <ac:spMk id="6" creationId="{84413F00-72BA-CB99-846A-72373977F79C}"/>
          </ac:spMkLst>
        </pc:spChg>
        <pc:spChg chg="add mod">
          <ac:chgData name="siddi koteswaramma" userId="ead2f222c84cbcb8" providerId="LiveId" clId="{B7F78286-81CE-4F30-AB92-CEBB78ED937B}" dt="2025-11-10T17:15:26.217" v="390" actId="403"/>
          <ac:spMkLst>
            <pc:docMk/>
            <pc:sldMk cId="3316694482" sldId="262"/>
            <ac:spMk id="8" creationId="{0F31A0B0-CE16-2B30-7284-A82AFBAC84FA}"/>
          </ac:spMkLst>
        </pc:spChg>
        <pc:graphicFrameChg chg="add del modGraphic">
          <ac:chgData name="siddi koteswaramma" userId="ead2f222c84cbcb8" providerId="LiveId" clId="{B7F78286-81CE-4F30-AB92-CEBB78ED937B}" dt="2025-11-10T17:11:36.555" v="371" actId="27309"/>
          <ac:graphicFrameMkLst>
            <pc:docMk/>
            <pc:sldMk cId="3316694482" sldId="262"/>
            <ac:graphicFrameMk id="4" creationId="{1C211100-CFA2-29B8-147B-6FE9FB174870}"/>
          </ac:graphicFrameMkLst>
        </pc:graphicFrameChg>
        <pc:picChg chg="add mod">
          <ac:chgData name="siddi koteswaramma" userId="ead2f222c84cbcb8" providerId="LiveId" clId="{B7F78286-81CE-4F30-AB92-CEBB78ED937B}" dt="2025-11-10T17:11:20.729" v="369"/>
          <ac:picMkLst>
            <pc:docMk/>
            <pc:sldMk cId="3316694482" sldId="262"/>
            <ac:picMk id="2" creationId="{11037AB2-ED66-C09E-6AB8-9FADDB59B27D}"/>
          </ac:picMkLst>
        </pc:picChg>
      </pc:sldChg>
      <pc:sldChg chg="addSp modSp new mod">
        <pc:chgData name="siddi koteswaramma" userId="ead2f222c84cbcb8" providerId="LiveId" clId="{B7F78286-81CE-4F30-AB92-CEBB78ED937B}" dt="2025-11-10T17:20:08.961" v="441" actId="14100"/>
        <pc:sldMkLst>
          <pc:docMk/>
          <pc:sldMk cId="1604438406" sldId="263"/>
        </pc:sldMkLst>
        <pc:spChg chg="add mod">
          <ac:chgData name="siddi koteswaramma" userId="ead2f222c84cbcb8" providerId="LiveId" clId="{B7F78286-81CE-4F30-AB92-CEBB78ED937B}" dt="2025-11-10T17:16:25.931" v="401" actId="1076"/>
          <ac:spMkLst>
            <pc:docMk/>
            <pc:sldMk cId="1604438406" sldId="263"/>
            <ac:spMk id="4" creationId="{315D0809-7CB4-2997-B045-EC9E2007CD34}"/>
          </ac:spMkLst>
        </pc:spChg>
        <pc:spChg chg="add mod">
          <ac:chgData name="siddi koteswaramma" userId="ead2f222c84cbcb8" providerId="LiveId" clId="{B7F78286-81CE-4F30-AB92-CEBB78ED937B}" dt="2025-11-10T17:20:08.961" v="441" actId="14100"/>
          <ac:spMkLst>
            <pc:docMk/>
            <pc:sldMk cId="1604438406" sldId="263"/>
            <ac:spMk id="5" creationId="{FE5E7727-D6EB-BC8E-6152-A44448A765BE}"/>
          </ac:spMkLst>
        </pc:spChg>
        <pc:picChg chg="add mod">
          <ac:chgData name="siddi koteswaramma" userId="ead2f222c84cbcb8" providerId="LiveId" clId="{B7F78286-81CE-4F30-AB92-CEBB78ED937B}" dt="2025-11-10T17:15:46.231" v="392"/>
          <ac:picMkLst>
            <pc:docMk/>
            <pc:sldMk cId="1604438406" sldId="263"/>
            <ac:picMk id="2" creationId="{BC0064CE-7DD0-B7FB-6D90-89A4360C545A}"/>
          </ac:picMkLst>
        </pc:picChg>
      </pc:sldChg>
      <pc:sldChg chg="addSp delSp modSp new mod">
        <pc:chgData name="siddi koteswaramma" userId="ead2f222c84cbcb8" providerId="LiveId" clId="{B7F78286-81CE-4F30-AB92-CEBB78ED937B}" dt="2025-11-10T17:23:00.199" v="462" actId="1076"/>
        <pc:sldMkLst>
          <pc:docMk/>
          <pc:sldMk cId="1008473932" sldId="264"/>
        </pc:sldMkLst>
        <pc:spChg chg="add mod">
          <ac:chgData name="siddi koteswaramma" userId="ead2f222c84cbcb8" providerId="LiveId" clId="{B7F78286-81CE-4F30-AB92-CEBB78ED937B}" dt="2025-11-10T17:21:13.093" v="451" actId="113"/>
          <ac:spMkLst>
            <pc:docMk/>
            <pc:sldMk cId="1008473932" sldId="264"/>
            <ac:spMk id="4" creationId="{1DFF3BE1-64F6-13D0-ED09-5899C605FC8F}"/>
          </ac:spMkLst>
        </pc:spChg>
        <pc:picChg chg="add mod">
          <ac:chgData name="siddi koteswaramma" userId="ead2f222c84cbcb8" providerId="LiveId" clId="{B7F78286-81CE-4F30-AB92-CEBB78ED937B}" dt="2025-11-10T17:20:23.255" v="443"/>
          <ac:picMkLst>
            <pc:docMk/>
            <pc:sldMk cId="1008473932" sldId="264"/>
            <ac:picMk id="2" creationId="{2807F13D-8722-FCD6-D4C5-2401D585008D}"/>
          </ac:picMkLst>
        </pc:picChg>
        <pc:picChg chg="add del mod">
          <ac:chgData name="siddi koteswaramma" userId="ead2f222c84cbcb8" providerId="LiveId" clId="{B7F78286-81CE-4F30-AB92-CEBB78ED937B}" dt="2025-11-10T17:22:18.529" v="457" actId="478"/>
          <ac:picMkLst>
            <pc:docMk/>
            <pc:sldMk cId="1008473932" sldId="264"/>
            <ac:picMk id="6" creationId="{AADDBD39-2BAA-132A-112E-2F9E0ADE8175}"/>
          </ac:picMkLst>
        </pc:picChg>
        <pc:picChg chg="add del mod">
          <ac:chgData name="siddi koteswaramma" userId="ead2f222c84cbcb8" providerId="LiveId" clId="{B7F78286-81CE-4F30-AB92-CEBB78ED937B}" dt="2025-11-10T17:22:18.529" v="457" actId="478"/>
          <ac:picMkLst>
            <pc:docMk/>
            <pc:sldMk cId="1008473932" sldId="264"/>
            <ac:picMk id="8" creationId="{90B7868C-36EB-97AF-11CF-00D21DD1DF5F}"/>
          </ac:picMkLst>
        </pc:picChg>
        <pc:picChg chg="add mod">
          <ac:chgData name="siddi koteswaramma" userId="ead2f222c84cbcb8" providerId="LiveId" clId="{B7F78286-81CE-4F30-AB92-CEBB78ED937B}" dt="2025-11-10T17:23:00.199" v="462" actId="1076"/>
          <ac:picMkLst>
            <pc:docMk/>
            <pc:sldMk cId="1008473932" sldId="264"/>
            <ac:picMk id="10" creationId="{0D73033D-0DE1-0A2E-2C4D-7305A2CBF028}"/>
          </ac:picMkLst>
        </pc:picChg>
      </pc:sldChg>
      <pc:sldChg chg="addSp delSp modSp new mod">
        <pc:chgData name="siddi koteswaramma" userId="ead2f222c84cbcb8" providerId="LiveId" clId="{B7F78286-81CE-4F30-AB92-CEBB78ED937B}" dt="2025-11-10T19:01:12.277" v="508" actId="948"/>
        <pc:sldMkLst>
          <pc:docMk/>
          <pc:sldMk cId="2942543761" sldId="265"/>
        </pc:sldMkLst>
        <pc:spChg chg="add mod">
          <ac:chgData name="siddi koteswaramma" userId="ead2f222c84cbcb8" providerId="LiveId" clId="{B7F78286-81CE-4F30-AB92-CEBB78ED937B}" dt="2025-11-10T17:26:25.761" v="473" actId="1076"/>
          <ac:spMkLst>
            <pc:docMk/>
            <pc:sldMk cId="2942543761" sldId="265"/>
            <ac:spMk id="4" creationId="{5B35A187-7BDC-AC4C-455A-3B8EF3A9537C}"/>
          </ac:spMkLst>
        </pc:spChg>
        <pc:spChg chg="add del mod">
          <ac:chgData name="siddi koteswaramma" userId="ead2f222c84cbcb8" providerId="LiveId" clId="{B7F78286-81CE-4F30-AB92-CEBB78ED937B}" dt="2025-11-10T18:56:39.957" v="496" actId="478"/>
          <ac:spMkLst>
            <pc:docMk/>
            <pc:sldMk cId="2942543761" sldId="265"/>
            <ac:spMk id="8" creationId="{46DCFAFB-C5D0-F7D6-76ED-8DC62FCE9D7A}"/>
          </ac:spMkLst>
        </pc:spChg>
        <pc:spChg chg="add mod">
          <ac:chgData name="siddi koteswaramma" userId="ead2f222c84cbcb8" providerId="LiveId" clId="{B7F78286-81CE-4F30-AB92-CEBB78ED937B}" dt="2025-11-10T19:01:12.277" v="508" actId="948"/>
          <ac:spMkLst>
            <pc:docMk/>
            <pc:sldMk cId="2942543761" sldId="265"/>
            <ac:spMk id="9" creationId="{9B372CF5-D21D-3CE3-496D-2AF0E07B6D2C}"/>
          </ac:spMkLst>
        </pc:spChg>
        <pc:picChg chg="add mod">
          <ac:chgData name="siddi koteswaramma" userId="ead2f222c84cbcb8" providerId="LiveId" clId="{B7F78286-81CE-4F30-AB92-CEBB78ED937B}" dt="2025-11-10T17:23:13.674" v="464"/>
          <ac:picMkLst>
            <pc:docMk/>
            <pc:sldMk cId="2942543761" sldId="265"/>
            <ac:picMk id="2" creationId="{99EEA035-D3EF-8889-B7EA-64284BD99F07}"/>
          </ac:picMkLst>
        </pc:picChg>
        <pc:picChg chg="add mod">
          <ac:chgData name="siddi koteswaramma" userId="ead2f222c84cbcb8" providerId="LiveId" clId="{B7F78286-81CE-4F30-AB92-CEBB78ED937B}" dt="2025-11-10T18:56:54.068" v="499" actId="1076"/>
          <ac:picMkLst>
            <pc:docMk/>
            <pc:sldMk cId="2942543761" sldId="265"/>
            <ac:picMk id="6" creationId="{44EC4153-27CB-B431-5374-2B58BB5757B0}"/>
          </ac:picMkLst>
        </pc:picChg>
      </pc:sldChg>
      <pc:sldChg chg="addSp modSp new mod">
        <pc:chgData name="siddi koteswaramma" userId="ead2f222c84cbcb8" providerId="LiveId" clId="{B7F78286-81CE-4F30-AB92-CEBB78ED937B}" dt="2025-11-10T19:08:16.197" v="518" actId="948"/>
        <pc:sldMkLst>
          <pc:docMk/>
          <pc:sldMk cId="2862040189" sldId="266"/>
        </pc:sldMkLst>
        <pc:spChg chg="add mod">
          <ac:chgData name="siddi koteswaramma" userId="ead2f222c84cbcb8" providerId="LiveId" clId="{B7F78286-81CE-4F30-AB92-CEBB78ED937B}" dt="2025-11-10T19:08:16.197" v="518" actId="948"/>
          <ac:spMkLst>
            <pc:docMk/>
            <pc:sldMk cId="2862040189" sldId="266"/>
            <ac:spMk id="4" creationId="{788EB18C-FEAB-FEE8-3B03-E6F5008FA728}"/>
          </ac:spMkLst>
        </pc:spChg>
        <pc:picChg chg="add mod">
          <ac:chgData name="siddi koteswaramma" userId="ead2f222c84cbcb8" providerId="LiveId" clId="{B7F78286-81CE-4F30-AB92-CEBB78ED937B}" dt="2025-11-10T19:01:28.282" v="510"/>
          <ac:picMkLst>
            <pc:docMk/>
            <pc:sldMk cId="2862040189" sldId="266"/>
            <ac:picMk id="2" creationId="{02AEB4CD-5912-C54F-12C0-1E575EDDA5B9}"/>
          </ac:picMkLst>
        </pc:picChg>
      </pc:sldChg>
      <pc:sldChg chg="addSp modSp new mod">
        <pc:chgData name="siddi koteswaramma" userId="ead2f222c84cbcb8" providerId="LiveId" clId="{B7F78286-81CE-4F30-AB92-CEBB78ED937B}" dt="2025-11-10T19:16:21.256" v="561" actId="20577"/>
        <pc:sldMkLst>
          <pc:docMk/>
          <pc:sldMk cId="2778179059" sldId="267"/>
        </pc:sldMkLst>
        <pc:spChg chg="add mod">
          <ac:chgData name="siddi koteswaramma" userId="ead2f222c84cbcb8" providerId="LiveId" clId="{B7F78286-81CE-4F30-AB92-CEBB78ED937B}" dt="2025-11-10T19:14:18.868" v="528" actId="403"/>
          <ac:spMkLst>
            <pc:docMk/>
            <pc:sldMk cId="2778179059" sldId="267"/>
            <ac:spMk id="5" creationId="{3D0BD24E-4FBE-AB10-304F-2D8BBD9F2B61}"/>
          </ac:spMkLst>
        </pc:spChg>
        <pc:spChg chg="add mod">
          <ac:chgData name="siddi koteswaramma" userId="ead2f222c84cbcb8" providerId="LiveId" clId="{B7F78286-81CE-4F30-AB92-CEBB78ED937B}" dt="2025-11-10T19:16:21.256" v="561" actId="20577"/>
          <ac:spMkLst>
            <pc:docMk/>
            <pc:sldMk cId="2778179059" sldId="267"/>
            <ac:spMk id="7" creationId="{B8E77DF5-8A61-9E46-3CA6-835FB71D35B3}"/>
          </ac:spMkLst>
        </pc:spChg>
        <pc:picChg chg="add mod">
          <ac:chgData name="siddi koteswaramma" userId="ead2f222c84cbcb8" providerId="LiveId" clId="{B7F78286-81CE-4F30-AB92-CEBB78ED937B}" dt="2025-11-10T19:12:34.258" v="520"/>
          <ac:picMkLst>
            <pc:docMk/>
            <pc:sldMk cId="2778179059" sldId="267"/>
            <ac:picMk id="2" creationId="{D055B971-3D7A-1D82-3317-27AA297111FF}"/>
          </ac:picMkLst>
        </pc:picChg>
        <pc:picChg chg="add mod">
          <ac:chgData name="siddi koteswaramma" userId="ead2f222c84cbcb8" providerId="LiveId" clId="{B7F78286-81CE-4F30-AB92-CEBB78ED937B}" dt="2025-11-10T19:13:58.192" v="521"/>
          <ac:picMkLst>
            <pc:docMk/>
            <pc:sldMk cId="2778179059" sldId="267"/>
            <ac:picMk id="3" creationId="{AAAB58F6-8278-DB04-0F4E-E7A5B211E6B6}"/>
          </ac:picMkLst>
        </pc:picChg>
      </pc:sldChg>
      <pc:sldChg chg="addSp delSp modSp new mod">
        <pc:chgData name="siddi koteswaramma" userId="ead2f222c84cbcb8" providerId="LiveId" clId="{B7F78286-81CE-4F30-AB92-CEBB78ED937B}" dt="2025-11-10T19:29:52.071" v="691" actId="12385"/>
        <pc:sldMkLst>
          <pc:docMk/>
          <pc:sldMk cId="3801765246" sldId="268"/>
        </pc:sldMkLst>
        <pc:spChg chg="add mod">
          <ac:chgData name="siddi koteswaramma" userId="ead2f222c84cbcb8" providerId="LiveId" clId="{B7F78286-81CE-4F30-AB92-CEBB78ED937B}" dt="2025-11-10T19:27:12.379" v="678" actId="1076"/>
          <ac:spMkLst>
            <pc:docMk/>
            <pc:sldMk cId="3801765246" sldId="268"/>
            <ac:spMk id="4" creationId="{976B489D-0F2F-8F86-576B-C10795956209}"/>
          </ac:spMkLst>
        </pc:spChg>
        <pc:graphicFrameChg chg="add del mod modGraphic">
          <ac:chgData name="siddi koteswaramma" userId="ead2f222c84cbcb8" providerId="LiveId" clId="{B7F78286-81CE-4F30-AB92-CEBB78ED937B}" dt="2025-11-10T19:21:13.210" v="610" actId="3680"/>
          <ac:graphicFrameMkLst>
            <pc:docMk/>
            <pc:sldMk cId="3801765246" sldId="268"/>
            <ac:graphicFrameMk id="5" creationId="{29B1641E-F065-CD57-FA29-CEC67FE4C242}"/>
          </ac:graphicFrameMkLst>
        </pc:graphicFrameChg>
        <pc:graphicFrameChg chg="add del mod">
          <ac:chgData name="siddi koteswaramma" userId="ead2f222c84cbcb8" providerId="LiveId" clId="{B7F78286-81CE-4F30-AB92-CEBB78ED937B}" dt="2025-11-10T19:22:03.381" v="617" actId="3680"/>
          <ac:graphicFrameMkLst>
            <pc:docMk/>
            <pc:sldMk cId="3801765246" sldId="268"/>
            <ac:graphicFrameMk id="6" creationId="{51EE8711-E798-422A-D4AC-2510AFA0838E}"/>
          </ac:graphicFrameMkLst>
        </pc:graphicFrameChg>
        <pc:graphicFrameChg chg="add mod">
          <ac:chgData name="siddi koteswaramma" userId="ead2f222c84cbcb8" providerId="LiveId" clId="{B7F78286-81CE-4F30-AB92-CEBB78ED937B}" dt="2025-11-10T19:21:58.705" v="615"/>
          <ac:graphicFrameMkLst>
            <pc:docMk/>
            <pc:sldMk cId="3801765246" sldId="268"/>
            <ac:graphicFrameMk id="7" creationId="{3FFC1ED2-EDA5-7E87-18B7-C6456543B5FD}"/>
          </ac:graphicFrameMkLst>
        </pc:graphicFrameChg>
        <pc:graphicFrameChg chg="add mod modGraphic">
          <ac:chgData name="siddi koteswaramma" userId="ead2f222c84cbcb8" providerId="LiveId" clId="{B7F78286-81CE-4F30-AB92-CEBB78ED937B}" dt="2025-11-10T19:29:52.071" v="691" actId="12385"/>
          <ac:graphicFrameMkLst>
            <pc:docMk/>
            <pc:sldMk cId="3801765246" sldId="268"/>
            <ac:graphicFrameMk id="8" creationId="{00091C09-86F2-B5C0-2C56-EF343836AD65}"/>
          </ac:graphicFrameMkLst>
        </pc:graphicFrameChg>
        <pc:graphicFrameChg chg="add mod">
          <ac:chgData name="siddi koteswaramma" userId="ead2f222c84cbcb8" providerId="LiveId" clId="{B7F78286-81CE-4F30-AB92-CEBB78ED937B}" dt="2025-11-10T19:22:33.230" v="620"/>
          <ac:graphicFrameMkLst>
            <pc:docMk/>
            <pc:sldMk cId="3801765246" sldId="268"/>
            <ac:graphicFrameMk id="9" creationId="{DC4BCAF2-BBBB-A035-F10A-BF762FFD2C26}"/>
          </ac:graphicFrameMkLst>
        </pc:graphicFrameChg>
        <pc:picChg chg="add mod">
          <ac:chgData name="siddi koteswaramma" userId="ead2f222c84cbcb8" providerId="LiveId" clId="{B7F78286-81CE-4F30-AB92-CEBB78ED937B}" dt="2025-11-10T19:16:52.576" v="563"/>
          <ac:picMkLst>
            <pc:docMk/>
            <pc:sldMk cId="3801765246" sldId="268"/>
            <ac:picMk id="2" creationId="{B7AA8B39-E1F1-4082-80D8-3E3096F8B41F}"/>
          </ac:picMkLst>
        </pc:picChg>
      </pc:sldChg>
      <pc:sldChg chg="addSp modSp new mod">
        <pc:chgData name="siddi koteswaramma" userId="ead2f222c84cbcb8" providerId="LiveId" clId="{B7F78286-81CE-4F30-AB92-CEBB78ED937B}" dt="2025-11-10T20:29:47.946" v="826" actId="1582"/>
        <pc:sldMkLst>
          <pc:docMk/>
          <pc:sldMk cId="172211338" sldId="269"/>
        </pc:sldMkLst>
        <pc:spChg chg="add mod">
          <ac:chgData name="siddi koteswaramma" userId="ead2f222c84cbcb8" providerId="LiveId" clId="{B7F78286-81CE-4F30-AB92-CEBB78ED937B}" dt="2025-11-10T19:34:09.085" v="701" actId="1076"/>
          <ac:spMkLst>
            <pc:docMk/>
            <pc:sldMk cId="172211338" sldId="269"/>
            <ac:spMk id="4" creationId="{2CFDB637-B8C5-21C3-2B9B-ADC0C6D3B71E}"/>
          </ac:spMkLst>
        </pc:spChg>
        <pc:picChg chg="add mod">
          <ac:chgData name="siddi koteswaramma" userId="ead2f222c84cbcb8" providerId="LiveId" clId="{B7F78286-81CE-4F30-AB92-CEBB78ED937B}" dt="2025-11-10T19:30:07.169" v="693"/>
          <ac:picMkLst>
            <pc:docMk/>
            <pc:sldMk cId="172211338" sldId="269"/>
            <ac:picMk id="2" creationId="{77E96C18-72CC-E760-7299-3EF370034865}"/>
          </ac:picMkLst>
        </pc:picChg>
        <pc:picChg chg="add mod">
          <ac:chgData name="siddi koteswaramma" userId="ead2f222c84cbcb8" providerId="LiveId" clId="{B7F78286-81CE-4F30-AB92-CEBB78ED937B}" dt="2025-11-10T20:29:47.946" v="826" actId="1582"/>
          <ac:picMkLst>
            <pc:docMk/>
            <pc:sldMk cId="172211338" sldId="269"/>
            <ac:picMk id="5" creationId="{79022610-A6EE-BAC9-43DC-B38B993081EA}"/>
          </ac:picMkLst>
        </pc:picChg>
      </pc:sldChg>
      <pc:sldChg chg="addSp modSp new mod">
        <pc:chgData name="siddi koteswaramma" userId="ead2f222c84cbcb8" providerId="LiveId" clId="{B7F78286-81CE-4F30-AB92-CEBB78ED937B}" dt="2025-11-10T20:30:27.027" v="831" actId="1582"/>
        <pc:sldMkLst>
          <pc:docMk/>
          <pc:sldMk cId="1751162478" sldId="270"/>
        </pc:sldMkLst>
        <pc:spChg chg="add mod">
          <ac:chgData name="siddi koteswaramma" userId="ead2f222c84cbcb8" providerId="LiveId" clId="{B7F78286-81CE-4F30-AB92-CEBB78ED937B}" dt="2025-11-10T20:28:42.426" v="816" actId="1076"/>
          <ac:spMkLst>
            <pc:docMk/>
            <pc:sldMk cId="1751162478" sldId="270"/>
            <ac:spMk id="4" creationId="{735CA4A8-8797-9259-CE2B-B72D34D19B4D}"/>
          </ac:spMkLst>
        </pc:spChg>
        <pc:picChg chg="add mod">
          <ac:chgData name="siddi koteswaramma" userId="ead2f222c84cbcb8" providerId="LiveId" clId="{B7F78286-81CE-4F30-AB92-CEBB78ED937B}" dt="2025-11-10T19:34:29.068" v="703"/>
          <ac:picMkLst>
            <pc:docMk/>
            <pc:sldMk cId="1751162478" sldId="270"/>
            <ac:picMk id="2" creationId="{F8B53283-448A-D191-C9E6-DCCCB8B5C5FE}"/>
          </ac:picMkLst>
        </pc:picChg>
        <pc:picChg chg="add mod">
          <ac:chgData name="siddi koteswaramma" userId="ead2f222c84cbcb8" providerId="LiveId" clId="{B7F78286-81CE-4F30-AB92-CEBB78ED937B}" dt="2025-11-10T20:30:27.027" v="831" actId="1582"/>
          <ac:picMkLst>
            <pc:docMk/>
            <pc:sldMk cId="1751162478" sldId="270"/>
            <ac:picMk id="6" creationId="{26A2EE1C-F59C-52E0-8EC7-62A9046745BA}"/>
          </ac:picMkLst>
        </pc:picChg>
      </pc:sldChg>
      <pc:sldChg chg="addSp modSp new mod">
        <pc:chgData name="siddi koteswaramma" userId="ead2f222c84cbcb8" providerId="LiveId" clId="{B7F78286-81CE-4F30-AB92-CEBB78ED937B}" dt="2025-11-10T20:31:09.010" v="838" actId="1582"/>
        <pc:sldMkLst>
          <pc:docMk/>
          <pc:sldMk cId="1630253426" sldId="271"/>
        </pc:sldMkLst>
        <pc:spChg chg="add mod">
          <ac:chgData name="siddi koteswaramma" userId="ead2f222c84cbcb8" providerId="LiveId" clId="{B7F78286-81CE-4F30-AB92-CEBB78ED937B}" dt="2025-11-10T20:28:54.333" v="817"/>
          <ac:spMkLst>
            <pc:docMk/>
            <pc:sldMk cId="1630253426" sldId="271"/>
            <ac:spMk id="3" creationId="{06248A37-BD2E-8728-B0D0-744372A93397}"/>
          </ac:spMkLst>
        </pc:spChg>
        <pc:picChg chg="add mod">
          <ac:chgData name="siddi koteswaramma" userId="ead2f222c84cbcb8" providerId="LiveId" clId="{B7F78286-81CE-4F30-AB92-CEBB78ED937B}" dt="2025-11-10T19:34:42.258" v="705"/>
          <ac:picMkLst>
            <pc:docMk/>
            <pc:sldMk cId="1630253426" sldId="271"/>
            <ac:picMk id="2" creationId="{AB1D1533-2B08-879B-6B9D-917312058C4B}"/>
          </ac:picMkLst>
        </pc:picChg>
        <pc:picChg chg="add mod">
          <ac:chgData name="siddi koteswaramma" userId="ead2f222c84cbcb8" providerId="LiveId" clId="{B7F78286-81CE-4F30-AB92-CEBB78ED937B}" dt="2025-11-10T20:31:09.010" v="838" actId="1582"/>
          <ac:picMkLst>
            <pc:docMk/>
            <pc:sldMk cId="1630253426" sldId="271"/>
            <ac:picMk id="5" creationId="{DB1EE92E-3634-97D3-12B6-4D06E928E432}"/>
          </ac:picMkLst>
        </pc:picChg>
      </pc:sldChg>
      <pc:sldChg chg="addSp modSp new mod">
        <pc:chgData name="siddi koteswaramma" userId="ead2f222c84cbcb8" providerId="LiveId" clId="{B7F78286-81CE-4F30-AB92-CEBB78ED937B}" dt="2025-11-10T20:31:50.570" v="844" actId="14100"/>
        <pc:sldMkLst>
          <pc:docMk/>
          <pc:sldMk cId="1951490449" sldId="272"/>
        </pc:sldMkLst>
        <pc:spChg chg="add mod">
          <ac:chgData name="siddi koteswaramma" userId="ead2f222c84cbcb8" providerId="LiveId" clId="{B7F78286-81CE-4F30-AB92-CEBB78ED937B}" dt="2025-11-10T20:28:56.569" v="818"/>
          <ac:spMkLst>
            <pc:docMk/>
            <pc:sldMk cId="1951490449" sldId="272"/>
            <ac:spMk id="3" creationId="{BB15F6F6-D87D-FC01-E5E3-FD1AC5354B93}"/>
          </ac:spMkLst>
        </pc:spChg>
        <pc:picChg chg="add mod">
          <ac:chgData name="siddi koteswaramma" userId="ead2f222c84cbcb8" providerId="LiveId" clId="{B7F78286-81CE-4F30-AB92-CEBB78ED937B}" dt="2025-11-10T19:34:45.817" v="707"/>
          <ac:picMkLst>
            <pc:docMk/>
            <pc:sldMk cId="1951490449" sldId="272"/>
            <ac:picMk id="2" creationId="{7F28359A-7C8A-AF58-8FEE-16CE233EB688}"/>
          </ac:picMkLst>
        </pc:picChg>
        <pc:picChg chg="add mod">
          <ac:chgData name="siddi koteswaramma" userId="ead2f222c84cbcb8" providerId="LiveId" clId="{B7F78286-81CE-4F30-AB92-CEBB78ED937B}" dt="2025-11-10T20:31:50.570" v="844" actId="14100"/>
          <ac:picMkLst>
            <pc:docMk/>
            <pc:sldMk cId="1951490449" sldId="272"/>
            <ac:picMk id="5" creationId="{89B0BBB6-BE5D-5AC1-A5F5-5F4F3DCC8F0B}"/>
          </ac:picMkLst>
        </pc:picChg>
      </pc:sldChg>
      <pc:sldChg chg="addSp modSp new mod">
        <pc:chgData name="siddi koteswaramma" userId="ead2f222c84cbcb8" providerId="LiveId" clId="{B7F78286-81CE-4F30-AB92-CEBB78ED937B}" dt="2025-11-10T20:32:27.353" v="851" actId="1582"/>
        <pc:sldMkLst>
          <pc:docMk/>
          <pc:sldMk cId="1715767734" sldId="273"/>
        </pc:sldMkLst>
        <pc:spChg chg="add mod">
          <ac:chgData name="siddi koteswaramma" userId="ead2f222c84cbcb8" providerId="LiveId" clId="{B7F78286-81CE-4F30-AB92-CEBB78ED937B}" dt="2025-11-10T20:28:58.534" v="819"/>
          <ac:spMkLst>
            <pc:docMk/>
            <pc:sldMk cId="1715767734" sldId="273"/>
            <ac:spMk id="3" creationId="{3E63F067-51B7-4668-38F9-E699049ABC84}"/>
          </ac:spMkLst>
        </pc:spChg>
        <pc:picChg chg="add mod">
          <ac:chgData name="siddi koteswaramma" userId="ead2f222c84cbcb8" providerId="LiveId" clId="{B7F78286-81CE-4F30-AB92-CEBB78ED937B}" dt="2025-11-10T19:34:49.648" v="709"/>
          <ac:picMkLst>
            <pc:docMk/>
            <pc:sldMk cId="1715767734" sldId="273"/>
            <ac:picMk id="2" creationId="{6AF62743-2631-1360-73A4-B9F34CB5B0FD}"/>
          </ac:picMkLst>
        </pc:picChg>
        <pc:picChg chg="add mod">
          <ac:chgData name="siddi koteswaramma" userId="ead2f222c84cbcb8" providerId="LiveId" clId="{B7F78286-81CE-4F30-AB92-CEBB78ED937B}" dt="2025-11-10T20:32:27.353" v="851" actId="1582"/>
          <ac:picMkLst>
            <pc:docMk/>
            <pc:sldMk cId="1715767734" sldId="273"/>
            <ac:picMk id="5" creationId="{D69737BF-A460-CBC7-22CB-5C0921A933CE}"/>
          </ac:picMkLst>
        </pc:picChg>
      </pc:sldChg>
      <pc:sldChg chg="addSp modSp new mod">
        <pc:chgData name="siddi koteswaramma" userId="ead2f222c84cbcb8" providerId="LiveId" clId="{B7F78286-81CE-4F30-AB92-CEBB78ED937B}" dt="2025-11-10T20:35:41.131" v="886" actId="1076"/>
        <pc:sldMkLst>
          <pc:docMk/>
          <pc:sldMk cId="2884920574" sldId="274"/>
        </pc:sldMkLst>
        <pc:spChg chg="add mod">
          <ac:chgData name="siddi koteswaramma" userId="ead2f222c84cbcb8" providerId="LiveId" clId="{B7F78286-81CE-4F30-AB92-CEBB78ED937B}" dt="2025-11-10T20:33:37.811" v="873" actId="403"/>
          <ac:spMkLst>
            <pc:docMk/>
            <pc:sldMk cId="2884920574" sldId="274"/>
            <ac:spMk id="4" creationId="{2AAAD6DC-8798-CE4C-FF40-6AE2F68B6B75}"/>
          </ac:spMkLst>
        </pc:spChg>
        <pc:graphicFrameChg chg="add mod modGraphic">
          <ac:chgData name="siddi koteswaramma" userId="ead2f222c84cbcb8" providerId="LiveId" clId="{B7F78286-81CE-4F30-AB92-CEBB78ED937B}" dt="2025-11-10T20:35:41.131" v="886" actId="1076"/>
          <ac:graphicFrameMkLst>
            <pc:docMk/>
            <pc:sldMk cId="2884920574" sldId="274"/>
            <ac:graphicFrameMk id="5" creationId="{1B141B86-56CC-C172-3E9C-736FD16A2CF1}"/>
          </ac:graphicFrameMkLst>
        </pc:graphicFrameChg>
        <pc:picChg chg="add mod">
          <ac:chgData name="siddi koteswaramma" userId="ead2f222c84cbcb8" providerId="LiveId" clId="{B7F78286-81CE-4F30-AB92-CEBB78ED937B}" dt="2025-11-10T20:32:40.365" v="853"/>
          <ac:picMkLst>
            <pc:docMk/>
            <pc:sldMk cId="2884920574" sldId="274"/>
            <ac:picMk id="2" creationId="{932DF7F2-7034-DFAB-7EE3-D8D3C424187E}"/>
          </ac:picMkLst>
        </pc:picChg>
      </pc:sldChg>
      <pc:sldChg chg="addSp modSp new mod">
        <pc:chgData name="siddi koteswaramma" userId="ead2f222c84cbcb8" providerId="LiveId" clId="{B7F78286-81CE-4F30-AB92-CEBB78ED937B}" dt="2025-11-10T20:53:42.122" v="1191"/>
        <pc:sldMkLst>
          <pc:docMk/>
          <pc:sldMk cId="3108071053" sldId="275"/>
        </pc:sldMkLst>
        <pc:spChg chg="add mod">
          <ac:chgData name="siddi koteswaramma" userId="ead2f222c84cbcb8" providerId="LiveId" clId="{B7F78286-81CE-4F30-AB92-CEBB78ED937B}" dt="2025-11-10T20:39:05.173" v="898" actId="948"/>
          <ac:spMkLst>
            <pc:docMk/>
            <pc:sldMk cId="3108071053" sldId="275"/>
            <ac:spMk id="7" creationId="{9DD8B049-93E5-33CB-0CD3-211FBC1DE9F9}"/>
          </ac:spMkLst>
        </pc:spChg>
        <pc:spChg chg="add mod">
          <ac:chgData name="siddi koteswaramma" userId="ead2f222c84cbcb8" providerId="LiveId" clId="{B7F78286-81CE-4F30-AB92-CEBB78ED937B}" dt="2025-11-10T20:53:42.122" v="1191"/>
          <ac:spMkLst>
            <pc:docMk/>
            <pc:sldMk cId="3108071053" sldId="275"/>
            <ac:spMk id="8" creationId="{3AA857F3-EA62-7FCC-EF0A-65EC0FF13F83}"/>
          </ac:spMkLst>
        </pc:spChg>
        <pc:graphicFrameChg chg="add mod">
          <ac:chgData name="siddi koteswaramma" userId="ead2f222c84cbcb8" providerId="LiveId" clId="{B7F78286-81CE-4F30-AB92-CEBB78ED937B}" dt="2025-11-10T20:37:20.176" v="890"/>
          <ac:graphicFrameMkLst>
            <pc:docMk/>
            <pc:sldMk cId="3108071053" sldId="275"/>
            <ac:graphicFrameMk id="5" creationId="{FA547373-9377-1DF2-CF12-AE3DE443CE48}"/>
          </ac:graphicFrameMkLst>
        </pc:graphicFrameChg>
        <pc:picChg chg="add mod">
          <ac:chgData name="siddi koteswaramma" userId="ead2f222c84cbcb8" providerId="LiveId" clId="{B7F78286-81CE-4F30-AB92-CEBB78ED937B}" dt="2025-11-10T20:32:44.056" v="855"/>
          <ac:picMkLst>
            <pc:docMk/>
            <pc:sldMk cId="3108071053" sldId="275"/>
            <ac:picMk id="2" creationId="{EF2D164B-BC64-1793-AB9B-0EF08CE27C8D}"/>
          </ac:picMkLst>
        </pc:picChg>
        <pc:picChg chg="add mod">
          <ac:chgData name="siddi koteswaramma" userId="ead2f222c84cbcb8" providerId="LiveId" clId="{B7F78286-81CE-4F30-AB92-CEBB78ED937B}" dt="2025-11-10T20:38:34.132" v="895" actId="14100"/>
          <ac:picMkLst>
            <pc:docMk/>
            <pc:sldMk cId="3108071053" sldId="275"/>
            <ac:picMk id="4" creationId="{DD8D5405-FC51-1405-2697-D8092334D40F}"/>
          </ac:picMkLst>
        </pc:picChg>
      </pc:sldChg>
      <pc:sldChg chg="addSp modSp new mod">
        <pc:chgData name="siddi koteswaramma" userId="ead2f222c84cbcb8" providerId="LiveId" clId="{B7F78286-81CE-4F30-AB92-CEBB78ED937B}" dt="2025-11-10T20:45:58.169" v="1066" actId="403"/>
        <pc:sldMkLst>
          <pc:docMk/>
          <pc:sldMk cId="3892566390" sldId="276"/>
        </pc:sldMkLst>
        <pc:spChg chg="add mod">
          <ac:chgData name="siddi koteswaramma" userId="ead2f222c84cbcb8" providerId="LiveId" clId="{B7F78286-81CE-4F30-AB92-CEBB78ED937B}" dt="2025-11-10T20:39:41.928" v="903" actId="1076"/>
          <ac:spMkLst>
            <pc:docMk/>
            <pc:sldMk cId="3892566390" sldId="276"/>
            <ac:spMk id="4" creationId="{A2C89212-C44B-3D68-0850-BC193C3BCA84}"/>
          </ac:spMkLst>
        </pc:spChg>
        <pc:spChg chg="add mod">
          <ac:chgData name="siddi koteswaramma" userId="ead2f222c84cbcb8" providerId="LiveId" clId="{B7F78286-81CE-4F30-AB92-CEBB78ED937B}" dt="2025-11-10T20:45:58.169" v="1066" actId="403"/>
          <ac:spMkLst>
            <pc:docMk/>
            <pc:sldMk cId="3892566390" sldId="276"/>
            <ac:spMk id="6" creationId="{D236163C-646C-B298-5769-11C2208770EE}"/>
          </ac:spMkLst>
        </pc:spChg>
        <pc:picChg chg="add mod">
          <ac:chgData name="siddi koteswaramma" userId="ead2f222c84cbcb8" providerId="LiveId" clId="{B7F78286-81CE-4F30-AB92-CEBB78ED937B}" dt="2025-11-10T20:32:47.317" v="857"/>
          <ac:picMkLst>
            <pc:docMk/>
            <pc:sldMk cId="3892566390" sldId="276"/>
            <ac:picMk id="2" creationId="{4C45CF94-74DE-4131-B9DB-3CF0FEA07104}"/>
          </ac:picMkLst>
        </pc:picChg>
      </pc:sldChg>
      <pc:sldChg chg="addSp modSp new mod">
        <pc:chgData name="siddi koteswaramma" userId="ead2f222c84cbcb8" providerId="LiveId" clId="{B7F78286-81CE-4F30-AB92-CEBB78ED937B}" dt="2025-11-10T20:49:20.685" v="1096" actId="123"/>
        <pc:sldMkLst>
          <pc:docMk/>
          <pc:sldMk cId="4200716428" sldId="277"/>
        </pc:sldMkLst>
        <pc:spChg chg="add mod">
          <ac:chgData name="siddi koteswaramma" userId="ead2f222c84cbcb8" providerId="LiveId" clId="{B7F78286-81CE-4F30-AB92-CEBB78ED937B}" dt="2025-11-10T20:48:47.686" v="1091" actId="1076"/>
          <ac:spMkLst>
            <pc:docMk/>
            <pc:sldMk cId="4200716428" sldId="277"/>
            <ac:spMk id="4" creationId="{DF5F0C0F-BD14-FC71-72F5-7604A1025ADC}"/>
          </ac:spMkLst>
        </pc:spChg>
        <pc:spChg chg="add mod">
          <ac:chgData name="siddi koteswaramma" userId="ead2f222c84cbcb8" providerId="LiveId" clId="{B7F78286-81CE-4F30-AB92-CEBB78ED937B}" dt="2025-11-10T20:49:20.685" v="1096" actId="123"/>
          <ac:spMkLst>
            <pc:docMk/>
            <pc:sldMk cId="4200716428" sldId="277"/>
            <ac:spMk id="6" creationId="{AE886F1E-3432-CE8C-985F-93944AA06147}"/>
          </ac:spMkLst>
        </pc:spChg>
        <pc:picChg chg="add mod">
          <ac:chgData name="siddi koteswaramma" userId="ead2f222c84cbcb8" providerId="LiveId" clId="{B7F78286-81CE-4F30-AB92-CEBB78ED937B}" dt="2025-11-10T20:32:53.811" v="859"/>
          <ac:picMkLst>
            <pc:docMk/>
            <pc:sldMk cId="4200716428" sldId="277"/>
            <ac:picMk id="2" creationId="{722902DD-8765-4014-4478-9A445540EBE5}"/>
          </ac:picMkLst>
        </pc:picChg>
      </pc:sldChg>
      <pc:sldChg chg="addSp modSp new mod">
        <pc:chgData name="siddi koteswaramma" userId="ead2f222c84cbcb8" providerId="LiveId" clId="{B7F78286-81CE-4F30-AB92-CEBB78ED937B}" dt="2025-11-10T20:50:24.736" v="1106" actId="1076"/>
        <pc:sldMkLst>
          <pc:docMk/>
          <pc:sldMk cId="1078729361" sldId="278"/>
        </pc:sldMkLst>
        <pc:spChg chg="add mod">
          <ac:chgData name="siddi koteswaramma" userId="ead2f222c84cbcb8" providerId="LiveId" clId="{B7F78286-81CE-4F30-AB92-CEBB78ED937B}" dt="2025-11-10T20:49:56.655" v="1103" actId="1076"/>
          <ac:spMkLst>
            <pc:docMk/>
            <pc:sldMk cId="1078729361" sldId="278"/>
            <ac:spMk id="4" creationId="{CA2BFB43-F094-0ADF-93E3-48B9F7590BE3}"/>
          </ac:spMkLst>
        </pc:spChg>
        <pc:picChg chg="add mod">
          <ac:chgData name="siddi koteswaramma" userId="ead2f222c84cbcb8" providerId="LiveId" clId="{B7F78286-81CE-4F30-AB92-CEBB78ED937B}" dt="2025-11-10T20:32:55.131" v="861"/>
          <ac:picMkLst>
            <pc:docMk/>
            <pc:sldMk cId="1078729361" sldId="278"/>
            <ac:picMk id="2" creationId="{BAF12066-E0D9-311C-E5D1-24A3119BB71E}"/>
          </ac:picMkLst>
        </pc:picChg>
        <pc:picChg chg="add mod">
          <ac:chgData name="siddi koteswaramma" userId="ead2f222c84cbcb8" providerId="LiveId" clId="{B7F78286-81CE-4F30-AB92-CEBB78ED937B}" dt="2025-11-10T20:50:24.736" v="1106" actId="1076"/>
          <ac:picMkLst>
            <pc:docMk/>
            <pc:sldMk cId="1078729361" sldId="278"/>
            <ac:picMk id="5" creationId="{3028EA4D-357D-69A1-6ADF-A328AE6ADD73}"/>
          </ac:picMkLst>
        </pc:picChg>
      </pc:sldChg>
      <pc:sldChg chg="addSp modSp new mod">
        <pc:chgData name="siddi koteswaramma" userId="ead2f222c84cbcb8" providerId="LiveId" clId="{B7F78286-81CE-4F30-AB92-CEBB78ED937B}" dt="2025-11-10T20:52:34.272" v="1189" actId="20577"/>
        <pc:sldMkLst>
          <pc:docMk/>
          <pc:sldMk cId="1894927868" sldId="279"/>
        </pc:sldMkLst>
        <pc:spChg chg="add mod">
          <ac:chgData name="siddi koteswaramma" userId="ead2f222c84cbcb8" providerId="LiveId" clId="{B7F78286-81CE-4F30-AB92-CEBB78ED937B}" dt="2025-11-10T20:50:59.473" v="1114" actId="1076"/>
          <ac:spMkLst>
            <pc:docMk/>
            <pc:sldMk cId="1894927868" sldId="279"/>
            <ac:spMk id="4" creationId="{7C698966-DD0D-8AE4-4D03-F561A7164760}"/>
          </ac:spMkLst>
        </pc:spChg>
        <pc:spChg chg="add mod">
          <ac:chgData name="siddi koteswaramma" userId="ead2f222c84cbcb8" providerId="LiveId" clId="{B7F78286-81CE-4F30-AB92-CEBB78ED937B}" dt="2025-11-10T20:51:45.470" v="1121" actId="1076"/>
          <ac:spMkLst>
            <pc:docMk/>
            <pc:sldMk cId="1894927868" sldId="279"/>
            <ac:spMk id="6" creationId="{0639AECD-DF96-E5B3-071F-49856946483E}"/>
          </ac:spMkLst>
        </pc:spChg>
        <pc:spChg chg="add mod">
          <ac:chgData name="siddi koteswaramma" userId="ead2f222c84cbcb8" providerId="LiveId" clId="{B7F78286-81CE-4F30-AB92-CEBB78ED937B}" dt="2025-11-10T20:52:34.272" v="1189" actId="20577"/>
          <ac:spMkLst>
            <pc:docMk/>
            <pc:sldMk cId="1894927868" sldId="279"/>
            <ac:spMk id="8" creationId="{46E996E4-5FBE-BA5D-BC91-3FB5685FBA34}"/>
          </ac:spMkLst>
        </pc:spChg>
        <pc:picChg chg="add mod">
          <ac:chgData name="siddi koteswaramma" userId="ead2f222c84cbcb8" providerId="LiveId" clId="{B7F78286-81CE-4F30-AB92-CEBB78ED937B}" dt="2025-11-10T20:32:56.646" v="863"/>
          <ac:picMkLst>
            <pc:docMk/>
            <pc:sldMk cId="1894927868" sldId="279"/>
            <ac:picMk id="2" creationId="{02AC4304-1C3E-BA7C-713C-5067F239A671}"/>
          </ac:picMkLst>
        </pc:picChg>
      </pc:sldChg>
      <pc:sldChg chg="addSp modSp new del">
        <pc:chgData name="siddi koteswaramma" userId="ead2f222c84cbcb8" providerId="LiveId" clId="{B7F78286-81CE-4F30-AB92-CEBB78ED937B}" dt="2025-11-10T20:52:40.332" v="1190" actId="47"/>
        <pc:sldMkLst>
          <pc:docMk/>
          <pc:sldMk cId="3821367343" sldId="280"/>
        </pc:sldMkLst>
        <pc:picChg chg="add mod">
          <ac:chgData name="siddi koteswaramma" userId="ead2f222c84cbcb8" providerId="LiveId" clId="{B7F78286-81CE-4F30-AB92-CEBB78ED937B}" dt="2025-11-10T20:32:58.544" v="865"/>
          <ac:picMkLst>
            <pc:docMk/>
            <pc:sldMk cId="3821367343" sldId="280"/>
            <ac:picMk id="2" creationId="{01AE4785-CA14-0480-50F3-DEF3D1D7E1B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2CAFCB-F1C6-457E-8B2F-6D7B947C2F97}" type="datetimeFigureOut">
              <a:rPr lang="en-IN" smtClean="0"/>
              <a:t>11-11-2025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C62F9E-56C3-418C-8A45-305E8C8E0587}" type="slidenum">
              <a:rPr lang="en-IN" smtClean="0"/>
              <a:t>‹#›</a:t>
            </a:fld>
            <a:endParaRPr lang="en-IN"/>
          </a:p>
        </p:txBody>
      </p:sp>
    </p:spTree>
    <p:extLst>
      <p:ext uri="{BB962C8B-B14F-4D97-AF65-F5344CB8AC3E}">
        <p14:creationId xmlns:p14="http://schemas.microsoft.com/office/powerpoint/2010/main" val="74993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C62F9E-56C3-418C-8A45-305E8C8E0587}" type="slidenum">
              <a:rPr lang="en-IN" smtClean="0"/>
              <a:t>3</a:t>
            </a:fld>
            <a:endParaRPr lang="en-IN"/>
          </a:p>
        </p:txBody>
      </p:sp>
    </p:spTree>
    <p:extLst>
      <p:ext uri="{BB962C8B-B14F-4D97-AF65-F5344CB8AC3E}">
        <p14:creationId xmlns:p14="http://schemas.microsoft.com/office/powerpoint/2010/main" val="288490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C62F9E-56C3-418C-8A45-305E8C8E0587}" type="slidenum">
              <a:rPr lang="en-IN" smtClean="0"/>
              <a:t>5</a:t>
            </a:fld>
            <a:endParaRPr lang="en-IN"/>
          </a:p>
        </p:txBody>
      </p:sp>
    </p:spTree>
    <p:extLst>
      <p:ext uri="{BB962C8B-B14F-4D97-AF65-F5344CB8AC3E}">
        <p14:creationId xmlns:p14="http://schemas.microsoft.com/office/powerpoint/2010/main" val="1498536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02B2D-0E5C-38B7-C501-D5D2AF06E9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D57E8E-6C75-9007-38AB-ECE477F64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E12E991-318F-B39D-8638-41D96A760C54}"/>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96FCEA9A-4750-2E7E-F930-38F1B5ED832F}"/>
              </a:ext>
            </a:extLst>
          </p:cNvPr>
          <p:cNvSpPr>
            <a:spLocks noGrp="1"/>
          </p:cNvSpPr>
          <p:nvPr>
            <p:ph type="ftr" sz="quarter" idx="11"/>
          </p:nvPr>
        </p:nvSpPr>
        <p:spPr/>
        <p:txBody>
          <a:bodyPr/>
          <a:lstStyle/>
          <a:p>
            <a:r>
              <a:rPr lang="en-US"/>
              <a:t>Review No-01     Batch No-BB_09     Department of CSE</a:t>
            </a:r>
            <a:endParaRPr lang="en-IN"/>
          </a:p>
        </p:txBody>
      </p:sp>
      <p:sp>
        <p:nvSpPr>
          <p:cNvPr id="6" name="Slide Number Placeholder 5">
            <a:extLst>
              <a:ext uri="{FF2B5EF4-FFF2-40B4-BE49-F238E27FC236}">
                <a16:creationId xmlns:a16="http://schemas.microsoft.com/office/drawing/2014/main" id="{4933DC6E-A906-0899-CE76-CCBCC78FEC5C}"/>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1941040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1936F-F4C8-C263-CDEC-8131B0844A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785683-6154-F5EB-FB53-646CBF4FD6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A62ADD-720E-B9CE-3773-489904D92D71}"/>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39E02558-52B5-B119-9021-07760850389A}"/>
              </a:ext>
            </a:extLst>
          </p:cNvPr>
          <p:cNvSpPr>
            <a:spLocks noGrp="1"/>
          </p:cNvSpPr>
          <p:nvPr>
            <p:ph type="ftr" sz="quarter" idx="11"/>
          </p:nvPr>
        </p:nvSpPr>
        <p:spPr/>
        <p:txBody>
          <a:bodyPr/>
          <a:lstStyle/>
          <a:p>
            <a:r>
              <a:rPr lang="en-US"/>
              <a:t>Review No-01     Batch No-BB_09     Department of CSE</a:t>
            </a:r>
            <a:endParaRPr lang="en-IN"/>
          </a:p>
        </p:txBody>
      </p:sp>
      <p:sp>
        <p:nvSpPr>
          <p:cNvPr id="6" name="Slide Number Placeholder 5">
            <a:extLst>
              <a:ext uri="{FF2B5EF4-FFF2-40B4-BE49-F238E27FC236}">
                <a16:creationId xmlns:a16="http://schemas.microsoft.com/office/drawing/2014/main" id="{4E49FABF-1CAA-2351-DE88-679674B34945}"/>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345649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621DF-03B1-0E14-71EB-A29290180C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E3B329C-5BAD-8D5B-C00B-AF18B6BB03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023C4B-95F5-1519-0F9A-CDA36999E722}"/>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D6FA100F-4DD6-3D5C-75CC-6A901F4307CA}"/>
              </a:ext>
            </a:extLst>
          </p:cNvPr>
          <p:cNvSpPr>
            <a:spLocks noGrp="1"/>
          </p:cNvSpPr>
          <p:nvPr>
            <p:ph type="ftr" sz="quarter" idx="11"/>
          </p:nvPr>
        </p:nvSpPr>
        <p:spPr/>
        <p:txBody>
          <a:bodyPr/>
          <a:lstStyle/>
          <a:p>
            <a:r>
              <a:rPr lang="en-US"/>
              <a:t>Review No-01     Batch No-BB_09     Department of CSE</a:t>
            </a:r>
            <a:endParaRPr lang="en-IN"/>
          </a:p>
        </p:txBody>
      </p:sp>
      <p:sp>
        <p:nvSpPr>
          <p:cNvPr id="6" name="Slide Number Placeholder 5">
            <a:extLst>
              <a:ext uri="{FF2B5EF4-FFF2-40B4-BE49-F238E27FC236}">
                <a16:creationId xmlns:a16="http://schemas.microsoft.com/office/drawing/2014/main" id="{4ABE79AA-1364-70C1-DE47-363F6C5BE1D4}"/>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37340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E94F0-812D-3154-B9F4-C015E72E4F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3D91FE-ADC2-8B73-C971-5151A5E3F5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409E850-6991-105A-FF18-560F94635C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2A61FF-74D4-3D0F-3470-EB05EE78C0BA}"/>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CD05FAF8-99B5-8D54-F8A0-157A1A796241}"/>
              </a:ext>
            </a:extLst>
          </p:cNvPr>
          <p:cNvSpPr>
            <a:spLocks noGrp="1"/>
          </p:cNvSpPr>
          <p:nvPr>
            <p:ph type="ftr" sz="quarter" idx="11"/>
          </p:nvPr>
        </p:nvSpPr>
        <p:spPr/>
        <p:txBody>
          <a:bodyPr/>
          <a:lstStyle/>
          <a:p>
            <a:r>
              <a:rPr lang="en-US"/>
              <a:t>Review No-01     Batch No-BB_09     Department of CSE</a:t>
            </a:r>
            <a:endParaRPr lang="en-IN"/>
          </a:p>
        </p:txBody>
      </p:sp>
      <p:sp>
        <p:nvSpPr>
          <p:cNvPr id="7" name="Slide Number Placeholder 6">
            <a:extLst>
              <a:ext uri="{FF2B5EF4-FFF2-40B4-BE49-F238E27FC236}">
                <a16:creationId xmlns:a16="http://schemas.microsoft.com/office/drawing/2014/main" id="{5B287602-F41E-1798-695A-06354121385B}"/>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3633839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92BE7-CD24-89DA-490B-8099F84EE1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78A090-8928-5055-6748-B28013021B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F2A6AA-4D8B-F173-B256-6043840333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61E4F77-A001-27B5-625A-8BE6C59C7D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8AC461-AF8C-3C00-1A3B-4A27CE01DC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0092AE-4F2D-0FED-BD72-79AC09812154}"/>
              </a:ext>
            </a:extLst>
          </p:cNvPr>
          <p:cNvSpPr>
            <a:spLocks noGrp="1"/>
          </p:cNvSpPr>
          <p:nvPr>
            <p:ph type="dt" sz="half" idx="10"/>
          </p:nvPr>
        </p:nvSpPr>
        <p:spPr/>
        <p:txBody>
          <a:bodyPr/>
          <a:lstStyle/>
          <a:p>
            <a:r>
              <a:rPr lang="en-US"/>
              <a:t>11-11-2025</a:t>
            </a:r>
            <a:endParaRPr lang="en-IN"/>
          </a:p>
        </p:txBody>
      </p:sp>
      <p:sp>
        <p:nvSpPr>
          <p:cNvPr id="8" name="Footer Placeholder 7">
            <a:extLst>
              <a:ext uri="{FF2B5EF4-FFF2-40B4-BE49-F238E27FC236}">
                <a16:creationId xmlns:a16="http://schemas.microsoft.com/office/drawing/2014/main" id="{428B271B-86C3-4874-F975-4256EDAE2A3B}"/>
              </a:ext>
            </a:extLst>
          </p:cNvPr>
          <p:cNvSpPr>
            <a:spLocks noGrp="1"/>
          </p:cNvSpPr>
          <p:nvPr>
            <p:ph type="ftr" sz="quarter" idx="11"/>
          </p:nvPr>
        </p:nvSpPr>
        <p:spPr/>
        <p:txBody>
          <a:bodyPr/>
          <a:lstStyle/>
          <a:p>
            <a:r>
              <a:rPr lang="en-US"/>
              <a:t>Review No-01     Batch No-BB_09     Department of CSE</a:t>
            </a:r>
            <a:endParaRPr lang="en-IN"/>
          </a:p>
        </p:txBody>
      </p:sp>
      <p:sp>
        <p:nvSpPr>
          <p:cNvPr id="9" name="Slide Number Placeholder 8">
            <a:extLst>
              <a:ext uri="{FF2B5EF4-FFF2-40B4-BE49-F238E27FC236}">
                <a16:creationId xmlns:a16="http://schemas.microsoft.com/office/drawing/2014/main" id="{095BC81F-CA2E-1403-4146-17D7E8FF8CDB}"/>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1549850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36DB4-2E5A-26DD-12A9-FA37975E98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510E25-7C59-CD27-2842-92924808858A}"/>
              </a:ext>
            </a:extLst>
          </p:cNvPr>
          <p:cNvSpPr>
            <a:spLocks noGrp="1"/>
          </p:cNvSpPr>
          <p:nvPr>
            <p:ph type="dt" sz="half" idx="10"/>
          </p:nvPr>
        </p:nvSpPr>
        <p:spPr/>
        <p:txBody>
          <a:bodyPr/>
          <a:lstStyle/>
          <a:p>
            <a:r>
              <a:rPr lang="en-US"/>
              <a:t>11-11-2025</a:t>
            </a:r>
            <a:endParaRPr lang="en-IN"/>
          </a:p>
        </p:txBody>
      </p:sp>
      <p:sp>
        <p:nvSpPr>
          <p:cNvPr id="4" name="Footer Placeholder 3">
            <a:extLst>
              <a:ext uri="{FF2B5EF4-FFF2-40B4-BE49-F238E27FC236}">
                <a16:creationId xmlns:a16="http://schemas.microsoft.com/office/drawing/2014/main" id="{0AC17644-F585-3C33-0C65-B0F8BA8495F6}"/>
              </a:ext>
            </a:extLst>
          </p:cNvPr>
          <p:cNvSpPr>
            <a:spLocks noGrp="1"/>
          </p:cNvSpPr>
          <p:nvPr>
            <p:ph type="ftr" sz="quarter" idx="11"/>
          </p:nvPr>
        </p:nvSpPr>
        <p:spPr/>
        <p:txBody>
          <a:bodyPr/>
          <a:lstStyle/>
          <a:p>
            <a:r>
              <a:rPr lang="en-US"/>
              <a:t>Review No-01     Batch No-BB_09     Department of CSE</a:t>
            </a:r>
            <a:endParaRPr lang="en-IN"/>
          </a:p>
        </p:txBody>
      </p:sp>
      <p:sp>
        <p:nvSpPr>
          <p:cNvPr id="5" name="Slide Number Placeholder 4">
            <a:extLst>
              <a:ext uri="{FF2B5EF4-FFF2-40B4-BE49-F238E27FC236}">
                <a16:creationId xmlns:a16="http://schemas.microsoft.com/office/drawing/2014/main" id="{F7A01954-276D-A561-C838-37BBA2AFA624}"/>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2691462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663024-2FEA-9B21-4446-8CF1FA809372}"/>
              </a:ext>
            </a:extLst>
          </p:cNvPr>
          <p:cNvSpPr>
            <a:spLocks noGrp="1"/>
          </p:cNvSpPr>
          <p:nvPr>
            <p:ph type="dt" sz="half" idx="10"/>
          </p:nvPr>
        </p:nvSpPr>
        <p:spPr/>
        <p:txBody>
          <a:bodyPr/>
          <a:lstStyle/>
          <a:p>
            <a:r>
              <a:rPr lang="en-US"/>
              <a:t>11-11-2025</a:t>
            </a:r>
            <a:endParaRPr lang="en-IN"/>
          </a:p>
        </p:txBody>
      </p:sp>
      <p:sp>
        <p:nvSpPr>
          <p:cNvPr id="3" name="Footer Placeholder 2">
            <a:extLst>
              <a:ext uri="{FF2B5EF4-FFF2-40B4-BE49-F238E27FC236}">
                <a16:creationId xmlns:a16="http://schemas.microsoft.com/office/drawing/2014/main" id="{465F0A2A-DC95-C99B-4CAB-50F5DC56DB6D}"/>
              </a:ext>
            </a:extLst>
          </p:cNvPr>
          <p:cNvSpPr>
            <a:spLocks noGrp="1"/>
          </p:cNvSpPr>
          <p:nvPr>
            <p:ph type="ftr" sz="quarter" idx="11"/>
          </p:nvPr>
        </p:nvSpPr>
        <p:spPr/>
        <p:txBody>
          <a:bodyPr/>
          <a:lstStyle/>
          <a:p>
            <a:r>
              <a:rPr lang="en-US"/>
              <a:t>Review No-01     Batch No-BB_09     Department of CSE</a:t>
            </a:r>
            <a:endParaRPr lang="en-IN"/>
          </a:p>
        </p:txBody>
      </p:sp>
      <p:sp>
        <p:nvSpPr>
          <p:cNvPr id="4" name="Slide Number Placeholder 3">
            <a:extLst>
              <a:ext uri="{FF2B5EF4-FFF2-40B4-BE49-F238E27FC236}">
                <a16:creationId xmlns:a16="http://schemas.microsoft.com/office/drawing/2014/main" id="{9ADC3EF1-3654-8F42-1BEA-80FC7BE18624}"/>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3631935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451F7-FA57-B6CA-8B91-01245B363E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7B4A5C-72AE-FFAD-4362-660306281E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B7AFD4F-D88A-1F88-6DAE-95A09D70A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69263E-0438-763E-E616-B3FD90A408FA}"/>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4E902F73-D39F-BA5E-9E33-A57E7FEA5E39}"/>
              </a:ext>
            </a:extLst>
          </p:cNvPr>
          <p:cNvSpPr>
            <a:spLocks noGrp="1"/>
          </p:cNvSpPr>
          <p:nvPr>
            <p:ph type="ftr" sz="quarter" idx="11"/>
          </p:nvPr>
        </p:nvSpPr>
        <p:spPr/>
        <p:txBody>
          <a:bodyPr/>
          <a:lstStyle/>
          <a:p>
            <a:r>
              <a:rPr lang="en-US"/>
              <a:t>Review No-01     Batch No-BB_09     Department of CSE</a:t>
            </a:r>
            <a:endParaRPr lang="en-IN"/>
          </a:p>
        </p:txBody>
      </p:sp>
      <p:sp>
        <p:nvSpPr>
          <p:cNvPr id="7" name="Slide Number Placeholder 6">
            <a:extLst>
              <a:ext uri="{FF2B5EF4-FFF2-40B4-BE49-F238E27FC236}">
                <a16:creationId xmlns:a16="http://schemas.microsoft.com/office/drawing/2014/main" id="{E0D583C9-5507-594A-419E-40FAFA3FC690}"/>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1800153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46711-B7B0-D707-049A-40509880B8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4FCAE7-0409-E78F-2795-08E24A5418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85D72E-0AAB-7D73-3B86-DC47D5DBC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96D55C-8EFE-25CA-D27A-A317CC827263}"/>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7049DFD8-CB4A-3C1D-4D9B-40EE143C5BC3}"/>
              </a:ext>
            </a:extLst>
          </p:cNvPr>
          <p:cNvSpPr>
            <a:spLocks noGrp="1"/>
          </p:cNvSpPr>
          <p:nvPr>
            <p:ph type="ftr" sz="quarter" idx="11"/>
          </p:nvPr>
        </p:nvSpPr>
        <p:spPr/>
        <p:txBody>
          <a:bodyPr/>
          <a:lstStyle/>
          <a:p>
            <a:r>
              <a:rPr lang="en-US"/>
              <a:t>Review No-01     Batch No-BB_09     Department of CSE</a:t>
            </a:r>
            <a:endParaRPr lang="en-IN"/>
          </a:p>
        </p:txBody>
      </p:sp>
      <p:sp>
        <p:nvSpPr>
          <p:cNvPr id="7" name="Slide Number Placeholder 6">
            <a:extLst>
              <a:ext uri="{FF2B5EF4-FFF2-40B4-BE49-F238E27FC236}">
                <a16:creationId xmlns:a16="http://schemas.microsoft.com/office/drawing/2014/main" id="{6AFD5F3E-9901-3467-B9ED-BCB0ADA3DF67}"/>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2814534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19C07-A685-C833-F1B7-D7E75EA462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D9699C-D8F4-3174-E2C6-7E03D18617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3D988A-9A6D-DF0C-7739-8DD6EE6F91EF}"/>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ABE93968-4405-591F-C77A-AC4B9A7B187C}"/>
              </a:ext>
            </a:extLst>
          </p:cNvPr>
          <p:cNvSpPr>
            <a:spLocks noGrp="1"/>
          </p:cNvSpPr>
          <p:nvPr>
            <p:ph type="ftr" sz="quarter" idx="11"/>
          </p:nvPr>
        </p:nvSpPr>
        <p:spPr/>
        <p:txBody>
          <a:bodyPr/>
          <a:lstStyle/>
          <a:p>
            <a:r>
              <a:rPr lang="en-US"/>
              <a:t>Review No-01     Batch No-BB_09     Department of CSE</a:t>
            </a:r>
            <a:endParaRPr lang="en-IN"/>
          </a:p>
        </p:txBody>
      </p:sp>
      <p:sp>
        <p:nvSpPr>
          <p:cNvPr id="6" name="Slide Number Placeholder 5">
            <a:extLst>
              <a:ext uri="{FF2B5EF4-FFF2-40B4-BE49-F238E27FC236}">
                <a16:creationId xmlns:a16="http://schemas.microsoft.com/office/drawing/2014/main" id="{A90C22E8-D233-2FF6-F798-A1EF8B7A8D11}"/>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2034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037896-73A9-179F-B1A5-6689314F76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7F717B-2FAA-64A7-3874-95C3ED0EE6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444961-4DA0-9D5A-2C61-2937788BEE53}"/>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C11C9784-99AA-79F2-9D9D-356159B53FED}"/>
              </a:ext>
            </a:extLst>
          </p:cNvPr>
          <p:cNvSpPr>
            <a:spLocks noGrp="1"/>
          </p:cNvSpPr>
          <p:nvPr>
            <p:ph type="ftr" sz="quarter" idx="11"/>
          </p:nvPr>
        </p:nvSpPr>
        <p:spPr/>
        <p:txBody>
          <a:bodyPr/>
          <a:lstStyle/>
          <a:p>
            <a:r>
              <a:rPr lang="en-US"/>
              <a:t>Review No-01     Batch No-BB_09     Department of CSE</a:t>
            </a:r>
            <a:endParaRPr lang="en-IN"/>
          </a:p>
        </p:txBody>
      </p:sp>
      <p:sp>
        <p:nvSpPr>
          <p:cNvPr id="6" name="Slide Number Placeholder 5">
            <a:extLst>
              <a:ext uri="{FF2B5EF4-FFF2-40B4-BE49-F238E27FC236}">
                <a16:creationId xmlns:a16="http://schemas.microsoft.com/office/drawing/2014/main" id="{31A367FF-5BFA-DF35-959D-5E1BCD624CC5}"/>
              </a:ext>
            </a:extLst>
          </p:cNvPr>
          <p:cNvSpPr>
            <a:spLocks noGrp="1"/>
          </p:cNvSpPr>
          <p:nvPr>
            <p:ph type="sldNum" sz="quarter" idx="12"/>
          </p:nvPr>
        </p:nvSpPr>
        <p:spPr/>
        <p:txBody>
          <a:bodyPr/>
          <a:lstStyle/>
          <a:p>
            <a:fld id="{47A63B92-46B5-48E0-99A3-46F5B1F7CE91}" type="slidenum">
              <a:rPr lang="en-IN" smtClean="0"/>
              <a:t>‹#›</a:t>
            </a:fld>
            <a:endParaRPr lang="en-IN"/>
          </a:p>
        </p:txBody>
      </p:sp>
    </p:spTree>
    <p:extLst>
      <p:ext uri="{BB962C8B-B14F-4D97-AF65-F5344CB8AC3E}">
        <p14:creationId xmlns:p14="http://schemas.microsoft.com/office/powerpoint/2010/main" val="1527127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9A21B0-A56D-385B-B9E0-EE29B25770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424504-5D2A-8601-F3E2-A79D415B6D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2A0CDA-F4AD-2DA0-9A71-834586BB4B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11-11-2025</a:t>
            </a:r>
            <a:endParaRPr lang="en-IN"/>
          </a:p>
        </p:txBody>
      </p:sp>
      <p:sp>
        <p:nvSpPr>
          <p:cNvPr id="5" name="Footer Placeholder 4">
            <a:extLst>
              <a:ext uri="{FF2B5EF4-FFF2-40B4-BE49-F238E27FC236}">
                <a16:creationId xmlns:a16="http://schemas.microsoft.com/office/drawing/2014/main" id="{F8428434-972C-60A9-4796-BD07A05317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No-01     Batch No-BB_09     Department of CSE</a:t>
            </a:r>
            <a:endParaRPr lang="en-IN"/>
          </a:p>
        </p:txBody>
      </p:sp>
      <p:sp>
        <p:nvSpPr>
          <p:cNvPr id="6" name="Slide Number Placeholder 5">
            <a:extLst>
              <a:ext uri="{FF2B5EF4-FFF2-40B4-BE49-F238E27FC236}">
                <a16:creationId xmlns:a16="http://schemas.microsoft.com/office/drawing/2014/main" id="{BDBFA1E6-F4F7-6BB8-E5E8-475FEB6FF3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A63B92-46B5-48E0-99A3-46F5B1F7CE91}" type="slidenum">
              <a:rPr lang="en-IN" smtClean="0"/>
              <a:t>‹#›</a:t>
            </a:fld>
            <a:endParaRPr lang="en-IN"/>
          </a:p>
        </p:txBody>
      </p:sp>
    </p:spTree>
    <p:extLst>
      <p:ext uri="{BB962C8B-B14F-4D97-AF65-F5344CB8AC3E}">
        <p14:creationId xmlns:p14="http://schemas.microsoft.com/office/powerpoint/2010/main" val="851739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DEDD1C-BA15-EC99-F54F-1A67EC44E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7" name="TextBox 6">
            <a:extLst>
              <a:ext uri="{FF2B5EF4-FFF2-40B4-BE49-F238E27FC236}">
                <a16:creationId xmlns:a16="http://schemas.microsoft.com/office/drawing/2014/main" id="{4647E2CE-4B50-E434-2110-CD8D5B85B04A}"/>
              </a:ext>
            </a:extLst>
          </p:cNvPr>
          <p:cNvSpPr txBox="1"/>
          <p:nvPr/>
        </p:nvSpPr>
        <p:spPr>
          <a:xfrm>
            <a:off x="2902080" y="1062560"/>
            <a:ext cx="6387839" cy="430887"/>
          </a:xfrm>
          <a:prstGeom prst="rect">
            <a:avLst/>
          </a:prstGeom>
          <a:noFill/>
        </p:spPr>
        <p:txBody>
          <a:bodyPr wrap="square">
            <a:spAutoFit/>
          </a:bodyPr>
          <a:lstStyle/>
          <a:p>
            <a:pPr algn="ctr"/>
            <a:r>
              <a:rPr lang="en-US" sz="2200" b="1" dirty="0">
                <a:latin typeface="Times New Roman" panose="02020603050405020304" pitchFamily="18" charset="0"/>
                <a:cs typeface="Times New Roman" panose="02020603050405020304" pitchFamily="18" charset="0"/>
              </a:rPr>
              <a:t>Department of Computer Science and Engineering</a:t>
            </a:r>
            <a:endParaRPr lang="en-IN" sz="22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F8CF7D3-2944-AEE4-CD34-C8AE68CB0B2A}"/>
              </a:ext>
            </a:extLst>
          </p:cNvPr>
          <p:cNvSpPr txBox="1"/>
          <p:nvPr/>
        </p:nvSpPr>
        <p:spPr>
          <a:xfrm>
            <a:off x="1954881" y="1571271"/>
            <a:ext cx="8282233" cy="769441"/>
          </a:xfrm>
          <a:prstGeom prst="rect">
            <a:avLst/>
          </a:prstGeom>
          <a:noFill/>
        </p:spPr>
        <p:txBody>
          <a:bodyPr wrap="square">
            <a:spAutoFit/>
          </a:bodyPr>
          <a:lstStyle/>
          <a:p>
            <a:pPr algn="ctr"/>
            <a:r>
              <a:rPr lang="en-US" sz="2200" b="1" dirty="0">
                <a:solidFill>
                  <a:srgbClr val="FF0000"/>
                </a:solidFill>
                <a:latin typeface="Times New Roman" panose="02020603050405020304" pitchFamily="18" charset="0"/>
                <a:cs typeface="Times New Roman" panose="02020603050405020304" pitchFamily="18" charset="0"/>
              </a:rPr>
              <a:t>From Data Cleaning to Deep Learning: A Full-Stack Approach to Loan Default Risk Prediction in Banking Applications</a:t>
            </a:r>
            <a:endParaRPr lang="en-IN" sz="2200" b="1" dirty="0">
              <a:solidFill>
                <a:srgbClr val="FF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43B62CC-EC15-1713-6C08-381B83CA5125}"/>
              </a:ext>
            </a:extLst>
          </p:cNvPr>
          <p:cNvSpPr txBox="1"/>
          <p:nvPr/>
        </p:nvSpPr>
        <p:spPr>
          <a:xfrm>
            <a:off x="3048784" y="2548900"/>
            <a:ext cx="6094428" cy="1200329"/>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PRESENTED BY </a:t>
            </a:r>
          </a:p>
          <a:p>
            <a:pPr algn="ctr"/>
            <a:r>
              <a:rPr lang="en-US" dirty="0">
                <a:latin typeface="Times New Roman" panose="02020603050405020304" pitchFamily="18" charset="0"/>
                <a:cs typeface="Times New Roman" panose="02020603050405020304" pitchFamily="18" charset="0"/>
              </a:rPr>
              <a:t>Siddi Venkatesh                                  (22471A05D5) </a:t>
            </a:r>
          </a:p>
          <a:p>
            <a:pPr algn="ctr"/>
            <a:r>
              <a:rPr lang="en-US" dirty="0">
                <a:latin typeface="Times New Roman" panose="02020603050405020304" pitchFamily="18" charset="0"/>
                <a:cs typeface="Times New Roman" panose="02020603050405020304" pitchFamily="18" charset="0"/>
              </a:rPr>
              <a:t>Pokala </a:t>
            </a:r>
            <a:r>
              <a:rPr lang="en-US" dirty="0" err="1">
                <a:latin typeface="Times New Roman" panose="02020603050405020304" pitchFamily="18" charset="0"/>
                <a:cs typeface="Times New Roman" panose="02020603050405020304" pitchFamily="18" charset="0"/>
              </a:rPr>
              <a:t>Appaiah</a:t>
            </a:r>
            <a:r>
              <a:rPr lang="en-US" dirty="0">
                <a:latin typeface="Times New Roman" panose="02020603050405020304" pitchFamily="18" charset="0"/>
                <a:cs typeface="Times New Roman" panose="02020603050405020304" pitchFamily="18" charset="0"/>
              </a:rPr>
              <a:t>                                   (22471A05C1) </a:t>
            </a:r>
          </a:p>
          <a:p>
            <a:pPr algn="ctr"/>
            <a:r>
              <a:rPr lang="en-US" dirty="0" err="1">
                <a:latin typeface="Times New Roman" panose="02020603050405020304" pitchFamily="18" charset="0"/>
                <a:cs typeface="Times New Roman" panose="02020603050405020304" pitchFamily="18" charset="0"/>
              </a:rPr>
              <a:t>Pallothu</a:t>
            </a:r>
            <a:r>
              <a:rPr lang="en-US" dirty="0">
                <a:latin typeface="Times New Roman" panose="02020603050405020304" pitchFamily="18" charset="0"/>
                <a:cs typeface="Times New Roman" panose="02020603050405020304" pitchFamily="18" charset="0"/>
              </a:rPr>
              <a:t> Venkata Sai Krishna             (22471A05B3)</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2D03F1B-DC27-75B0-1CBE-844DF9E2D029}"/>
              </a:ext>
            </a:extLst>
          </p:cNvPr>
          <p:cNvSpPr txBox="1"/>
          <p:nvPr/>
        </p:nvSpPr>
        <p:spPr>
          <a:xfrm>
            <a:off x="3048784" y="3957417"/>
            <a:ext cx="6094428" cy="2542363"/>
          </a:xfrm>
          <a:prstGeom prst="rect">
            <a:avLst/>
          </a:prstGeom>
          <a:noFill/>
        </p:spPr>
        <p:txBody>
          <a:bodyPr wrap="square">
            <a:spAutoFit/>
          </a:bodyPr>
          <a:lstStyle/>
          <a:p>
            <a:pPr algn="ctr">
              <a:lnSpc>
                <a:spcPct val="150000"/>
              </a:lnSpc>
            </a:pPr>
            <a:r>
              <a:rPr lang="en-US" dirty="0">
                <a:solidFill>
                  <a:schemeClr val="accent6"/>
                </a:solidFill>
                <a:latin typeface="Times New Roman" panose="02020603050405020304" pitchFamily="18" charset="0"/>
                <a:cs typeface="Times New Roman" panose="02020603050405020304" pitchFamily="18" charset="0"/>
              </a:rPr>
              <a:t>Under the Guidance of, </a:t>
            </a:r>
          </a:p>
          <a:p>
            <a:pPr algn="ctr">
              <a:lnSpc>
                <a:spcPct val="150000"/>
              </a:lnSpc>
            </a:pPr>
            <a:r>
              <a:rPr lang="en-US" b="1" dirty="0">
                <a:latin typeface="Times New Roman" panose="02020603050405020304" pitchFamily="18" charset="0"/>
                <a:cs typeface="Times New Roman" panose="02020603050405020304" pitchFamily="18" charset="0"/>
              </a:rPr>
              <a:t>Dr. Moturi Sireesha </a:t>
            </a:r>
            <a:r>
              <a:rPr lang="en-US" b="1" baseline="-25000" dirty="0" err="1">
                <a:latin typeface="Times New Roman" panose="02020603050405020304" pitchFamily="18" charset="0"/>
                <a:cs typeface="Times New Roman" panose="02020603050405020304" pitchFamily="18" charset="0"/>
              </a:rPr>
              <a:t>B.Tech,M.Tech,Ph.D</a:t>
            </a:r>
            <a:r>
              <a:rPr lang="en-US" b="1" dirty="0">
                <a:latin typeface="Times New Roman" panose="02020603050405020304" pitchFamily="18" charset="0"/>
                <a:cs typeface="Times New Roman" panose="02020603050405020304" pitchFamily="18" charset="0"/>
              </a:rPr>
              <a:t>, </a:t>
            </a:r>
          </a:p>
          <a:p>
            <a:pPr algn="ctr">
              <a:lnSpc>
                <a:spcPct val="150000"/>
              </a:lnSpc>
            </a:pPr>
            <a:r>
              <a:rPr lang="en-US" dirty="0">
                <a:solidFill>
                  <a:schemeClr val="bg1">
                    <a:lumMod val="75000"/>
                  </a:schemeClr>
                </a:solidFill>
                <a:latin typeface="Times New Roman" panose="02020603050405020304" pitchFamily="18" charset="0"/>
                <a:cs typeface="Times New Roman" panose="02020603050405020304" pitchFamily="18" charset="0"/>
              </a:rPr>
              <a:t>Associate Professor, </a:t>
            </a:r>
          </a:p>
          <a:p>
            <a:pPr algn="ctr">
              <a:lnSpc>
                <a:spcPct val="150000"/>
              </a:lnSpc>
            </a:pPr>
            <a:r>
              <a:rPr lang="en-US" dirty="0">
                <a:solidFill>
                  <a:schemeClr val="bg1">
                    <a:lumMod val="75000"/>
                  </a:schemeClr>
                </a:solidFill>
                <a:latin typeface="Times New Roman" panose="02020603050405020304" pitchFamily="18" charset="0"/>
                <a:cs typeface="Times New Roman" panose="02020603050405020304" pitchFamily="18" charset="0"/>
              </a:rPr>
              <a:t>Department of Computer Science and Engineering, </a:t>
            </a:r>
            <a:r>
              <a:rPr lang="en-US" dirty="0" err="1">
                <a:solidFill>
                  <a:schemeClr val="bg1">
                    <a:lumMod val="75000"/>
                  </a:schemeClr>
                </a:solidFill>
                <a:latin typeface="Times New Roman" panose="02020603050405020304" pitchFamily="18" charset="0"/>
                <a:cs typeface="Times New Roman" panose="02020603050405020304" pitchFamily="18" charset="0"/>
              </a:rPr>
              <a:t>Narasaraopeta</a:t>
            </a:r>
            <a:r>
              <a:rPr lang="en-US" dirty="0">
                <a:solidFill>
                  <a:schemeClr val="bg1">
                    <a:lumMod val="75000"/>
                  </a:schemeClr>
                </a:solidFill>
                <a:latin typeface="Times New Roman" panose="02020603050405020304" pitchFamily="18" charset="0"/>
                <a:cs typeface="Times New Roman" panose="02020603050405020304" pitchFamily="18" charset="0"/>
              </a:rPr>
              <a:t> Engineering College (Autonomous), Narasaraopet- 522 601.</a:t>
            </a:r>
            <a:endParaRPr lang="en-IN"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5361176-D41C-5184-B9B0-3FC839C85D5F}"/>
              </a:ext>
            </a:extLst>
          </p:cNvPr>
          <p:cNvSpPr>
            <a:spLocks noGrp="1"/>
          </p:cNvSpPr>
          <p:nvPr>
            <p:ph type="dt" sz="half" idx="10"/>
          </p:nvPr>
        </p:nvSpPr>
        <p:spPr/>
        <p:txBody>
          <a:bodyPr/>
          <a:lstStyle/>
          <a:p>
            <a:r>
              <a:rPr lang="en-US"/>
              <a:t>11-11-2025</a:t>
            </a:r>
            <a:endParaRPr lang="en-IN"/>
          </a:p>
        </p:txBody>
      </p:sp>
      <p:sp>
        <p:nvSpPr>
          <p:cNvPr id="4" name="Footer Placeholder 3">
            <a:extLst>
              <a:ext uri="{FF2B5EF4-FFF2-40B4-BE49-F238E27FC236}">
                <a16:creationId xmlns:a16="http://schemas.microsoft.com/office/drawing/2014/main" id="{FB9A70FE-D676-8B48-0DB4-28B273622FA5}"/>
              </a:ext>
            </a:extLst>
          </p:cNvPr>
          <p:cNvSpPr>
            <a:spLocks noGrp="1"/>
          </p:cNvSpPr>
          <p:nvPr>
            <p:ph type="ftr" sz="quarter" idx="11"/>
          </p:nvPr>
        </p:nvSpPr>
        <p:spPr>
          <a:xfrm>
            <a:off x="4038597" y="6428065"/>
            <a:ext cx="4114800" cy="365125"/>
          </a:xfrm>
        </p:spPr>
        <p:txBody>
          <a:bodyPr/>
          <a:lstStyle/>
          <a:p>
            <a:r>
              <a:rPr lang="en-US" dirty="0"/>
              <a:t>Review No-01     Batch No-BB_09     Department of CSE</a:t>
            </a:r>
            <a:endParaRPr lang="en-IN" dirty="0"/>
          </a:p>
        </p:txBody>
      </p:sp>
    </p:spTree>
    <p:extLst>
      <p:ext uri="{BB962C8B-B14F-4D97-AF65-F5344CB8AC3E}">
        <p14:creationId xmlns:p14="http://schemas.microsoft.com/office/powerpoint/2010/main" val="1403919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27C338-12CB-A777-C9BE-38A2113C08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A4B89F2C-BC81-AD5B-B291-F366A733B966}"/>
              </a:ext>
            </a:extLst>
          </p:cNvPr>
          <p:cNvSpPr txBox="1"/>
          <p:nvPr/>
        </p:nvSpPr>
        <p:spPr>
          <a:xfrm>
            <a:off x="5062783" y="858995"/>
            <a:ext cx="206643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OUTLINE</a:t>
            </a:r>
          </a:p>
        </p:txBody>
      </p:sp>
      <p:sp>
        <p:nvSpPr>
          <p:cNvPr id="6" name="TextBox 5">
            <a:extLst>
              <a:ext uri="{FF2B5EF4-FFF2-40B4-BE49-F238E27FC236}">
                <a16:creationId xmlns:a16="http://schemas.microsoft.com/office/drawing/2014/main" id="{752C41DB-188E-0863-BD81-8EB5438ADE37}"/>
              </a:ext>
            </a:extLst>
          </p:cNvPr>
          <p:cNvSpPr txBox="1"/>
          <p:nvPr/>
        </p:nvSpPr>
        <p:spPr>
          <a:xfrm>
            <a:off x="1164996" y="1618037"/>
            <a:ext cx="4000893" cy="4401205"/>
          </a:xfrm>
          <a:prstGeom prst="rect">
            <a:avLst/>
          </a:prstGeom>
          <a:noFill/>
        </p:spPr>
        <p:txBody>
          <a:bodyPr wrap="square">
            <a:spAutoFit/>
          </a:bodyPr>
          <a:lstStyle/>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Abstract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Introduction</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Literature Survey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Research Gaps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Problem Statement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Objectives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Block Diagram / Flow Diagram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Methodology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Implementation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Results and Analysis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Conclusion &amp; Future Scope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References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Question and Answers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Acknowledgements</a:t>
            </a:r>
          </a:p>
        </p:txBody>
      </p:sp>
      <p:sp>
        <p:nvSpPr>
          <p:cNvPr id="3" name="Date Placeholder 2">
            <a:extLst>
              <a:ext uri="{FF2B5EF4-FFF2-40B4-BE49-F238E27FC236}">
                <a16:creationId xmlns:a16="http://schemas.microsoft.com/office/drawing/2014/main" id="{22CDDE03-2082-0EC6-2FD8-3327BF8F318F}"/>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7813EBAB-5C50-1235-FC87-97BCE42AA12C}"/>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2836857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62E4C1-5299-56A8-2A72-807EEA47AA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4C2C3EFD-8A55-4B90-0043-1EF5F370D8FE}"/>
              </a:ext>
            </a:extLst>
          </p:cNvPr>
          <p:cNvSpPr txBox="1"/>
          <p:nvPr/>
        </p:nvSpPr>
        <p:spPr>
          <a:xfrm>
            <a:off x="4852840" y="776867"/>
            <a:ext cx="2486319"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ABSTRACT</a:t>
            </a:r>
          </a:p>
        </p:txBody>
      </p:sp>
      <p:sp>
        <p:nvSpPr>
          <p:cNvPr id="5" name="Rectangle 1">
            <a:extLst>
              <a:ext uri="{FF2B5EF4-FFF2-40B4-BE49-F238E27FC236}">
                <a16:creationId xmlns:a16="http://schemas.microsoft.com/office/drawing/2014/main" id="{F86E19AF-9AA7-9F43-3123-5DD07E5FCE1C}"/>
              </a:ext>
            </a:extLst>
          </p:cNvPr>
          <p:cNvSpPr>
            <a:spLocks noChangeArrowheads="1"/>
          </p:cNvSpPr>
          <p:nvPr/>
        </p:nvSpPr>
        <p:spPr bwMode="auto">
          <a:xfrm>
            <a:off x="647307" y="3244333"/>
            <a:ext cx="108973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50F0CD21-80F4-4B46-672F-97A5724C64EC}"/>
              </a:ext>
            </a:extLst>
          </p:cNvPr>
          <p:cNvSpPr txBox="1"/>
          <p:nvPr/>
        </p:nvSpPr>
        <p:spPr>
          <a:xfrm>
            <a:off x="1640527" y="1534570"/>
            <a:ext cx="10100757" cy="378206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Focuses on </a:t>
            </a:r>
            <a:r>
              <a:rPr lang="en-IN" b="1" dirty="0">
                <a:latin typeface="Times New Roman" panose="02020603050405020304" pitchFamily="18" charset="0"/>
                <a:cs typeface="Times New Roman" panose="02020603050405020304" pitchFamily="18" charset="0"/>
              </a:rPr>
              <a:t>loan default risk prediction</a:t>
            </a:r>
            <a:r>
              <a:rPr lang="en-IN" dirty="0">
                <a:latin typeface="Times New Roman" panose="02020603050405020304" pitchFamily="18" charset="0"/>
                <a:cs typeface="Times New Roman" panose="02020603050405020304" pitchFamily="18" charset="0"/>
              </a:rPr>
              <a:t> using </a:t>
            </a:r>
            <a:r>
              <a:rPr lang="en-IN" b="1" dirty="0">
                <a:latin typeface="Times New Roman" panose="02020603050405020304" pitchFamily="18" charset="0"/>
                <a:cs typeface="Times New Roman" panose="02020603050405020304" pitchFamily="18" charset="0"/>
              </a:rPr>
              <a:t>Machine Learning (ML)</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Deep Learning (DL)</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credit scoring fails to capture </a:t>
            </a:r>
            <a:r>
              <a:rPr lang="en-IN" b="1" dirty="0">
                <a:latin typeface="Times New Roman" panose="02020603050405020304" pitchFamily="18" charset="0"/>
                <a:cs typeface="Times New Roman" panose="02020603050405020304" pitchFamily="18" charset="0"/>
              </a:rPr>
              <a:t>nonlinear borrower </a:t>
            </a:r>
            <a:r>
              <a:rPr lang="en-IN" b="1"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imbalanced data</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Proposed a </a:t>
            </a:r>
            <a:r>
              <a:rPr lang="en-IN" b="1" dirty="0">
                <a:latin typeface="Times New Roman" panose="02020603050405020304" pitchFamily="18" charset="0"/>
                <a:cs typeface="Times New Roman" panose="02020603050405020304" pitchFamily="18" charset="0"/>
              </a:rPr>
              <a:t>full-stack AI framework</a:t>
            </a:r>
            <a:r>
              <a:rPr lang="en-IN" dirty="0">
                <a:latin typeface="Times New Roman" panose="02020603050405020304" pitchFamily="18" charset="0"/>
                <a:cs typeface="Times New Roman" panose="02020603050405020304" pitchFamily="18" charset="0"/>
              </a:rPr>
              <a:t> combining data preprocessing, model training, and explainable AI.</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balanced</a:t>
            </a:r>
            <a:r>
              <a:rPr lang="en-IN" dirty="0">
                <a:latin typeface="Times New Roman" panose="02020603050405020304" pitchFamily="18" charset="0"/>
                <a:cs typeface="Times New Roman" panose="02020603050405020304" pitchFamily="18" charset="0"/>
              </a:rPr>
              <a:t> using </a:t>
            </a:r>
            <a:r>
              <a:rPr lang="en-IN" b="1" dirty="0">
                <a:latin typeface="Times New Roman" panose="02020603050405020304" pitchFamily="18" charset="0"/>
                <a:cs typeface="Times New Roman" panose="02020603050405020304" pitchFamily="18" charset="0"/>
              </a:rPr>
              <a:t>SMOTE and SMOTE-Tomek</a:t>
            </a:r>
            <a:r>
              <a:rPr lang="en-IN" dirty="0">
                <a:latin typeface="Times New Roman" panose="02020603050405020304" pitchFamily="18" charset="0"/>
                <a:cs typeface="Times New Roman" panose="02020603050405020304" pitchFamily="18" charset="0"/>
              </a:rPr>
              <a:t> for fair learning.</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Models used: </a:t>
            </a:r>
            <a:r>
              <a:rPr lang="en-IN" b="1" dirty="0">
                <a:latin typeface="Times New Roman" panose="02020603050405020304" pitchFamily="18" charset="0"/>
                <a:cs typeface="Times New Roman" panose="02020603050405020304" pitchFamily="18" charset="0"/>
              </a:rPr>
              <a:t>Logistic Regression, Random Forest, </a:t>
            </a:r>
            <a:r>
              <a:rPr lang="en-IN" b="1" dirty="0" err="1">
                <a:latin typeface="Times New Roman" panose="02020603050405020304" pitchFamily="18" charset="0"/>
                <a:cs typeface="Times New Roman" panose="02020603050405020304" pitchFamily="18" charset="0"/>
              </a:rPr>
              <a:t>XGBoost</a:t>
            </a:r>
            <a:r>
              <a:rPr lang="en-IN" b="1" dirty="0">
                <a:latin typeface="Times New Roman" panose="02020603050405020304" pitchFamily="18" charset="0"/>
                <a:cs typeface="Times New Roman" panose="02020603050405020304" pitchFamily="18" charset="0"/>
              </a:rPr>
              <a:t>, CNN, LSTM, </a:t>
            </a:r>
            <a:r>
              <a:rPr lang="en-IN" b="1" dirty="0" err="1">
                <a:latin typeface="Times New Roman" panose="02020603050405020304" pitchFamily="18" charset="0"/>
                <a:cs typeface="Times New Roman" panose="02020603050405020304" pitchFamily="18" charset="0"/>
              </a:rPr>
              <a:t>ResNet</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DenseNet</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Best accuracy:</a:t>
            </a:r>
            <a:r>
              <a:rPr lang="en-IN" dirty="0">
                <a:latin typeface="Times New Roman" panose="02020603050405020304" pitchFamily="18" charset="0"/>
                <a:cs typeface="Times New Roman" panose="02020603050405020304" pitchFamily="18" charset="0"/>
              </a:rPr>
              <a:t> up to </a:t>
            </a:r>
            <a:r>
              <a:rPr lang="en-IN" b="1" dirty="0">
                <a:latin typeface="Times New Roman" panose="02020603050405020304" pitchFamily="18" charset="0"/>
                <a:cs typeface="Times New Roman" panose="02020603050405020304" pitchFamily="18" charset="0"/>
              </a:rPr>
              <a:t>99.2%</a:t>
            </a:r>
            <a:r>
              <a:rPr lang="en-IN" dirty="0">
                <a:latin typeface="Times New Roman" panose="02020603050405020304" pitchFamily="18" charset="0"/>
                <a:cs typeface="Times New Roman" panose="02020603050405020304" pitchFamily="18" charset="0"/>
              </a:rPr>
              <a:t> using ensemble deep learning models.</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Explainability tools (SHAP, LIME)</a:t>
            </a:r>
            <a:r>
              <a:rPr lang="en-IN" dirty="0">
                <a:latin typeface="Times New Roman" panose="02020603050405020304" pitchFamily="18" charset="0"/>
                <a:cs typeface="Times New Roman" panose="02020603050405020304" pitchFamily="18" charset="0"/>
              </a:rPr>
              <a:t> used to interpret feature impact on default prediction.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Flask-based web app</a:t>
            </a:r>
            <a:r>
              <a:rPr lang="en-IN" dirty="0">
                <a:latin typeface="Times New Roman" panose="02020603050405020304" pitchFamily="18" charset="0"/>
                <a:cs typeface="Times New Roman" panose="02020603050405020304" pitchFamily="18" charset="0"/>
              </a:rPr>
              <a:t> enables real-time, user-friendly loan risk prediction.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t>
            </a:r>
            <a:r>
              <a:rPr lang="en-IN" b="1" dirty="0">
                <a:latin typeface="Times New Roman" panose="02020603050405020304" pitchFamily="18" charset="0"/>
                <a:cs typeface="Times New Roman" panose="02020603050405020304" pitchFamily="18" charset="0"/>
              </a:rPr>
              <a:t>accurate, transparent, and fair</a:t>
            </a:r>
            <a:r>
              <a:rPr lang="en-IN" dirty="0">
                <a:latin typeface="Times New Roman" panose="02020603050405020304" pitchFamily="18" charset="0"/>
                <a:cs typeface="Times New Roman" panose="02020603050405020304" pitchFamily="18" charset="0"/>
              </a:rPr>
              <a:t> decision support for sustainable banking.</a:t>
            </a:r>
          </a:p>
        </p:txBody>
      </p:sp>
      <p:sp>
        <p:nvSpPr>
          <p:cNvPr id="3" name="Date Placeholder 2">
            <a:extLst>
              <a:ext uri="{FF2B5EF4-FFF2-40B4-BE49-F238E27FC236}">
                <a16:creationId xmlns:a16="http://schemas.microsoft.com/office/drawing/2014/main" id="{53D9CAEB-C41A-1512-095D-C1A3662933A2}"/>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0F84E9D1-D670-B132-A52C-84031B41A558}"/>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3190290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520560-28A9-6AA4-3664-CBE90EF66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1B1E85B3-3681-856E-F438-8F63EF2A0FF3}"/>
              </a:ext>
            </a:extLst>
          </p:cNvPr>
          <p:cNvSpPr txBox="1"/>
          <p:nvPr/>
        </p:nvSpPr>
        <p:spPr>
          <a:xfrm>
            <a:off x="4448377" y="858995"/>
            <a:ext cx="3295245"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INTRODUCTION</a:t>
            </a:r>
          </a:p>
        </p:txBody>
      </p:sp>
      <p:sp>
        <p:nvSpPr>
          <p:cNvPr id="5" name="Rectangle 2">
            <a:extLst>
              <a:ext uri="{FF2B5EF4-FFF2-40B4-BE49-F238E27FC236}">
                <a16:creationId xmlns:a16="http://schemas.microsoft.com/office/drawing/2014/main" id="{665835D6-6E32-67C4-B348-5006F729D6C3}"/>
              </a:ext>
            </a:extLst>
          </p:cNvPr>
          <p:cNvSpPr>
            <a:spLocks noChangeArrowheads="1"/>
          </p:cNvSpPr>
          <p:nvPr/>
        </p:nvSpPr>
        <p:spPr bwMode="auto">
          <a:xfrm rot="10800000" flipV="1">
            <a:off x="780221" y="1382215"/>
            <a:ext cx="1063155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presents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AI-driven Loan Default Prediction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designed to assess borrower risk and classify applicants as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Risk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Risk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combines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(DL)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algorithms to enhance prediction accuracy and automate the loan evaluation process.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processes key borrower attributes such as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income, credit score, loan amount, DTI ratio, and employment details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make accurate predictions.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motivation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stems from the rising issue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loan defaults and financial losses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faced by banks due to inefficient manual evaluation methods.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models are often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biased, time-consuming, and limited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identifying complex relationships within financial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aims to create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transparent, data-driven, and automated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supports smarter lending and minimizes human error.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AI models like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CNN, LSTM, and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DenseNet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implemented to achieve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 to 99% accuracy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prediction.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lies in its ability to help banks, NBFCs, and fintech companies make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fairer, and more reliable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credit decisions.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it provides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interpretable, and industry-relevant AI framework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risk management in modern banking applications.</a:t>
            </a:r>
          </a:p>
        </p:txBody>
      </p:sp>
      <p:sp>
        <p:nvSpPr>
          <p:cNvPr id="3" name="Date Placeholder 2">
            <a:extLst>
              <a:ext uri="{FF2B5EF4-FFF2-40B4-BE49-F238E27FC236}">
                <a16:creationId xmlns:a16="http://schemas.microsoft.com/office/drawing/2014/main" id="{940E9A74-76E2-3726-97A1-9E6CC6C90D0E}"/>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0FF21DA3-7556-44A0-4995-CEA9A5B11675}"/>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186004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2EF021-62C4-BFAF-9E09-B1A796CEC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graphicFrame>
        <p:nvGraphicFramePr>
          <p:cNvPr id="3" name="Table 2">
            <a:extLst>
              <a:ext uri="{FF2B5EF4-FFF2-40B4-BE49-F238E27FC236}">
                <a16:creationId xmlns:a16="http://schemas.microsoft.com/office/drawing/2014/main" id="{0A3BC677-67C6-0681-6D87-D924E5BC603D}"/>
              </a:ext>
            </a:extLst>
          </p:cNvPr>
          <p:cNvGraphicFramePr>
            <a:graphicFrameLocks noGrp="1"/>
          </p:cNvGraphicFramePr>
          <p:nvPr>
            <p:extLst>
              <p:ext uri="{D42A27DB-BD31-4B8C-83A1-F6EECF244321}">
                <p14:modId xmlns:p14="http://schemas.microsoft.com/office/powerpoint/2010/main" val="3215225595"/>
              </p:ext>
            </p:extLst>
          </p:nvPr>
        </p:nvGraphicFramePr>
        <p:xfrm>
          <a:off x="358259" y="1038497"/>
          <a:ext cx="11475481" cy="5472169"/>
        </p:xfrm>
        <a:graphic>
          <a:graphicData uri="http://schemas.openxmlformats.org/drawingml/2006/table">
            <a:tbl>
              <a:tblPr firstRow="1" bandRow="1">
                <a:tableStyleId>{5940675A-B579-460E-94D1-54222C63F5DA}</a:tableStyleId>
              </a:tblPr>
              <a:tblGrid>
                <a:gridCol w="878486">
                  <a:extLst>
                    <a:ext uri="{9D8B030D-6E8A-4147-A177-3AD203B41FA5}">
                      <a16:colId xmlns:a16="http://schemas.microsoft.com/office/drawing/2014/main" val="3559886372"/>
                    </a:ext>
                  </a:extLst>
                </a:gridCol>
                <a:gridCol w="2699403">
                  <a:extLst>
                    <a:ext uri="{9D8B030D-6E8A-4147-A177-3AD203B41FA5}">
                      <a16:colId xmlns:a16="http://schemas.microsoft.com/office/drawing/2014/main" val="4238962134"/>
                    </a:ext>
                  </a:extLst>
                </a:gridCol>
                <a:gridCol w="1256368">
                  <a:extLst>
                    <a:ext uri="{9D8B030D-6E8A-4147-A177-3AD203B41FA5}">
                      <a16:colId xmlns:a16="http://schemas.microsoft.com/office/drawing/2014/main" val="4132949456"/>
                    </a:ext>
                  </a:extLst>
                </a:gridCol>
                <a:gridCol w="2029720">
                  <a:extLst>
                    <a:ext uri="{9D8B030D-6E8A-4147-A177-3AD203B41FA5}">
                      <a16:colId xmlns:a16="http://schemas.microsoft.com/office/drawing/2014/main" val="1829876815"/>
                    </a:ext>
                  </a:extLst>
                </a:gridCol>
                <a:gridCol w="1782517">
                  <a:extLst>
                    <a:ext uri="{9D8B030D-6E8A-4147-A177-3AD203B41FA5}">
                      <a16:colId xmlns:a16="http://schemas.microsoft.com/office/drawing/2014/main" val="1408334970"/>
                    </a:ext>
                  </a:extLst>
                </a:gridCol>
                <a:gridCol w="1524919">
                  <a:extLst>
                    <a:ext uri="{9D8B030D-6E8A-4147-A177-3AD203B41FA5}">
                      <a16:colId xmlns:a16="http://schemas.microsoft.com/office/drawing/2014/main" val="3804356411"/>
                    </a:ext>
                  </a:extLst>
                </a:gridCol>
                <a:gridCol w="1304068">
                  <a:extLst>
                    <a:ext uri="{9D8B030D-6E8A-4147-A177-3AD203B41FA5}">
                      <a16:colId xmlns:a16="http://schemas.microsoft.com/office/drawing/2014/main" val="550468492"/>
                    </a:ext>
                  </a:extLst>
                </a:gridCol>
              </a:tblGrid>
              <a:tr h="514552">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No</a:t>
                      </a:r>
                    </a:p>
                  </a:txBody>
                  <a:tcPr anchor="ctr">
                    <a:solidFill>
                      <a:srgbClr val="FFC000"/>
                    </a:solidFill>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Title</a:t>
                      </a:r>
                    </a:p>
                  </a:txBody>
                  <a:tcPr anchor="ctr">
                    <a:solidFill>
                      <a:srgbClr val="FFC000"/>
                    </a:solidFill>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Author</a:t>
                      </a:r>
                    </a:p>
                  </a:txBody>
                  <a:tcPr anchor="ctr">
                    <a:solidFill>
                      <a:srgbClr val="FFC000"/>
                    </a:solidFill>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Journal Author and Year</a:t>
                      </a:r>
                    </a:p>
                  </a:txBody>
                  <a:tcPr anchor="ctr">
                    <a:solidFill>
                      <a:srgbClr val="FFC000"/>
                    </a:solidFill>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Methodology Adapted</a:t>
                      </a:r>
                    </a:p>
                  </a:txBody>
                  <a:tcPr anchor="ctr">
                    <a:solidFill>
                      <a:srgbClr val="FFC000"/>
                    </a:solidFill>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Key Findings</a:t>
                      </a:r>
                    </a:p>
                  </a:txBody>
                  <a:tcPr anchor="ctr">
                    <a:solidFill>
                      <a:srgbClr val="FFC000"/>
                    </a:solidFill>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Gaps</a:t>
                      </a:r>
                    </a:p>
                  </a:txBody>
                  <a:tcPr anchor="ctr">
                    <a:solidFill>
                      <a:srgbClr val="FFC000"/>
                    </a:solidFill>
                  </a:tcPr>
                </a:tc>
                <a:extLst>
                  <a:ext uri="{0D108BD9-81ED-4DB2-BD59-A6C34878D82A}">
                    <a16:rowId xmlns:a16="http://schemas.microsoft.com/office/drawing/2014/main" val="285629771"/>
                  </a:ext>
                </a:extLst>
              </a:tr>
              <a:tr h="1066939">
                <a:tc>
                  <a:txBody>
                    <a:bodyPr/>
                    <a:lstStyle/>
                    <a:p>
                      <a:pPr algn="ctr"/>
                      <a:r>
                        <a:rPr lang="en-IN" sz="1400" dirty="0">
                          <a:latin typeface="Times New Roman" panose="02020603050405020304" pitchFamily="18" charset="0"/>
                          <a:cs typeface="Times New Roman" panose="02020603050405020304" pitchFamily="18" charset="0"/>
                        </a:rPr>
                        <a:t>1</a:t>
                      </a:r>
                    </a:p>
                  </a:txBody>
                  <a:tcPr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Bank Loan Prediction Using Machine Learning Techniques</a:t>
                      </a:r>
                    </a:p>
                  </a:txBody>
                  <a:tcPr marL="7620" marR="7620" marT="7620" marB="0" anchor="ct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Raheem</a:t>
                      </a:r>
                    </a:p>
                  </a:txBody>
                  <a:tcPr marL="7620" marR="7620" marT="7620" marB="0" anchor="ctr"/>
                </a:tc>
                <a:tc>
                  <a:txBody>
                    <a:bodyPr/>
                    <a:lstStyle/>
                    <a:p>
                      <a:pPr algn="ctr"/>
                      <a:r>
                        <a:rPr lang="en-IN" sz="1400" dirty="0">
                          <a:latin typeface="Times New Roman" panose="02020603050405020304" pitchFamily="18" charset="0"/>
                          <a:cs typeface="Times New Roman" panose="02020603050405020304" pitchFamily="18" charset="0"/>
                        </a:rPr>
                        <a:t>SCIRP,2024</a:t>
                      </a:r>
                    </a:p>
                  </a:txBody>
                  <a:tcPr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AdaBoost, Random Forest, SVM, Decision Trees</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AdaBoost achieved outstanding 99.99% accuracy, outperforming single models</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Fairness and real-time adaptability not fully addressed</a:t>
                      </a:r>
                    </a:p>
                  </a:txBody>
                  <a:tcPr marL="7620" marR="7620" marT="7620" marB="0" anchor="ctr"/>
                </a:tc>
                <a:extLst>
                  <a:ext uri="{0D108BD9-81ED-4DB2-BD59-A6C34878D82A}">
                    <a16:rowId xmlns:a16="http://schemas.microsoft.com/office/drawing/2014/main" val="1694115358"/>
                  </a:ext>
                </a:extLst>
              </a:tr>
              <a:tr h="869689">
                <a:tc>
                  <a:txBody>
                    <a:bodyPr/>
                    <a:lstStyle/>
                    <a:p>
                      <a:pPr algn="ctr"/>
                      <a:r>
                        <a:rPr lang="en-IN" sz="1400" dirty="0">
                          <a:latin typeface="Times New Roman" panose="02020603050405020304" pitchFamily="18" charset="0"/>
                          <a:cs typeface="Times New Roman" panose="02020603050405020304" pitchFamily="18" charset="0"/>
                        </a:rPr>
                        <a:t>2</a:t>
                      </a:r>
                    </a:p>
                  </a:txBody>
                  <a:tcPr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An Ensemble Machine Learning Based Bank Loan Approval Predictions System</a:t>
                      </a:r>
                    </a:p>
                  </a:txBody>
                  <a:tcPr marL="7620" marR="7620" marT="7620" marB="0" anchor="ct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N. Uddin</a:t>
                      </a:r>
                    </a:p>
                  </a:txBody>
                  <a:tcPr marL="7620" marR="7620" marT="7620" marB="0" anchor="ctr"/>
                </a:tc>
                <a:tc>
                  <a:txBody>
                    <a:bodyPr/>
                    <a:lstStyle/>
                    <a:p>
                      <a:pPr algn="ctr"/>
                      <a:r>
                        <a:rPr lang="en-IN" sz="1400" b="0" i="0" u="none" strike="noStrike" dirty="0">
                          <a:solidFill>
                            <a:srgbClr val="000000"/>
                          </a:solidFill>
                          <a:effectLst/>
                          <a:latin typeface="Times New Roman" panose="02020603050405020304" pitchFamily="18" charset="0"/>
                          <a:cs typeface="Times New Roman" panose="02020603050405020304" pitchFamily="18" charset="0"/>
                        </a:rPr>
                        <a:t>Elsevier,2024</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Logistic Regression, Random Forest, AdaBoost, CNN, LSTM, RNN</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Ensemble methods with SMOTE improved accuracy and fairness</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Limited evaluation on highly skewed real populations</a:t>
                      </a:r>
                    </a:p>
                  </a:txBody>
                  <a:tcPr marL="7620" marR="7620" marT="7620" marB="0" anchor="ctr"/>
                </a:tc>
                <a:extLst>
                  <a:ext uri="{0D108BD9-81ED-4DB2-BD59-A6C34878D82A}">
                    <a16:rowId xmlns:a16="http://schemas.microsoft.com/office/drawing/2014/main" val="812871540"/>
                  </a:ext>
                </a:extLst>
              </a:tr>
              <a:tr h="1066939">
                <a:tc>
                  <a:txBody>
                    <a:bodyPr/>
                    <a:lstStyle/>
                    <a:p>
                      <a:pPr algn="ctr"/>
                      <a:r>
                        <a:rPr lang="en-IN" sz="1400" dirty="0">
                          <a:latin typeface="Times New Roman" panose="02020603050405020304" pitchFamily="18" charset="0"/>
                          <a:cs typeface="Times New Roman" panose="02020603050405020304" pitchFamily="18" charset="0"/>
                        </a:rPr>
                        <a:t>3</a:t>
                      </a:r>
                    </a:p>
                  </a:txBody>
                  <a:tcPr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Comparative Study of Data Balancing Methods for Loan Predictions</a:t>
                      </a:r>
                    </a:p>
                  </a:txBody>
                  <a:tcPr marL="7620" marR="7620" marT="7620" marB="0" anchor="ct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Patel, Ghosh</a:t>
                      </a:r>
                    </a:p>
                  </a:txBody>
                  <a:tcPr marL="7620" marR="7620" marT="7620" marB="0" anchor="ctr"/>
                </a:tc>
                <a:tc>
                  <a:txBody>
                    <a:bodyPr/>
                    <a:lstStyle/>
                    <a:p>
                      <a:pPr algn="ctr"/>
                      <a:r>
                        <a:rPr lang="en-IN" sz="1400" dirty="0">
                          <a:latin typeface="Times New Roman" panose="02020603050405020304" pitchFamily="18" charset="0"/>
                          <a:cs typeface="Times New Roman" panose="02020603050405020304" pitchFamily="18" charset="0"/>
                        </a:rPr>
                        <a:t>IEEE,2025</a:t>
                      </a:r>
                    </a:p>
                  </a:txBody>
                  <a:tcPr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AdaBoost, Gradient Boosting, Random Forest</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Confirmed SMOTE + AdaBoost is effective to balance data classes</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Large dataset scaling and feature drift effects unexplored</a:t>
                      </a:r>
                    </a:p>
                  </a:txBody>
                  <a:tcPr marL="7620" marR="7620" marT="7620" marB="0" anchor="ctr"/>
                </a:tc>
                <a:extLst>
                  <a:ext uri="{0D108BD9-81ED-4DB2-BD59-A6C34878D82A}">
                    <a16:rowId xmlns:a16="http://schemas.microsoft.com/office/drawing/2014/main" val="2175523572"/>
                  </a:ext>
                </a:extLst>
              </a:tr>
              <a:tr h="1066939">
                <a:tc>
                  <a:txBody>
                    <a:bodyPr/>
                    <a:lstStyle/>
                    <a:p>
                      <a:pPr algn="ctr"/>
                      <a:r>
                        <a:rPr lang="en-IN" sz="1400" dirty="0">
                          <a:latin typeface="Times New Roman" panose="02020603050405020304" pitchFamily="18" charset="0"/>
                          <a:cs typeface="Times New Roman" panose="02020603050405020304" pitchFamily="18" charset="0"/>
                        </a:rPr>
                        <a:t>4</a:t>
                      </a:r>
                    </a:p>
                  </a:txBody>
                  <a:tcPr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Deep Learning and Ensemble Learning for Bank Loan Approval </a:t>
                      </a:r>
                    </a:p>
                  </a:txBody>
                  <a:tcPr marL="7620" marR="7620" marT="7620" marB="0" anchor="ct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Lee, Park</a:t>
                      </a:r>
                    </a:p>
                  </a:txBody>
                  <a:tcPr marL="7620" marR="7620" marT="7620" marB="0" anchor="ctr"/>
                </a:tc>
                <a:tc>
                  <a:txBody>
                    <a:bodyPr/>
                    <a:lstStyle/>
                    <a:p>
                      <a:pPr algn="ctr"/>
                      <a:r>
                        <a:rPr lang="en-IN" sz="1400" dirty="0">
                          <a:latin typeface="Times New Roman" panose="02020603050405020304" pitchFamily="18" charset="0"/>
                          <a:cs typeface="Times New Roman" panose="02020603050405020304" pitchFamily="18" charset="0"/>
                        </a:rPr>
                        <a:t>IEEE,2025</a:t>
                      </a:r>
                    </a:p>
                  </a:txBody>
                  <a:tcPr anchor="ct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CNN, </a:t>
                      </a:r>
                      <a:r>
                        <a:rPr lang="en-IN" sz="1400" b="0" i="0" u="none" strike="noStrike" dirty="0" err="1">
                          <a:solidFill>
                            <a:srgbClr val="000000"/>
                          </a:solidFill>
                          <a:effectLst/>
                          <a:latin typeface="Times New Roman" panose="02020603050405020304" pitchFamily="18" charset="0"/>
                          <a:cs typeface="Times New Roman" panose="02020603050405020304" pitchFamily="18" charset="0"/>
                        </a:rPr>
                        <a:t>ResNet</a:t>
                      </a:r>
                      <a:r>
                        <a:rPr lang="en-IN" sz="1400" b="0" i="0" u="none" strike="noStrike" dirty="0">
                          <a:solidFill>
                            <a:srgbClr val="000000"/>
                          </a:solidFill>
                          <a:effectLst/>
                          <a:latin typeface="Times New Roman" panose="02020603050405020304" pitchFamily="18" charset="0"/>
                          <a:cs typeface="Times New Roman" panose="02020603050405020304" pitchFamily="18" charset="0"/>
                        </a:rPr>
                        <a:t>, Ensemble voting</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Best F1-score 0.92 with ensemble CNN-ResNet; time features improve accuracy</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Real-time monitoring pipeline yet to be built</a:t>
                      </a:r>
                    </a:p>
                  </a:txBody>
                  <a:tcPr marL="7620" marR="7620" marT="7620" marB="0" anchor="ctr"/>
                </a:tc>
                <a:extLst>
                  <a:ext uri="{0D108BD9-81ED-4DB2-BD59-A6C34878D82A}">
                    <a16:rowId xmlns:a16="http://schemas.microsoft.com/office/drawing/2014/main" val="3840464548"/>
                  </a:ext>
                </a:extLst>
              </a:tr>
              <a:tr h="855065">
                <a:tc>
                  <a:txBody>
                    <a:bodyPr/>
                    <a:lstStyle/>
                    <a:p>
                      <a:pPr algn="ctr"/>
                      <a:r>
                        <a:rPr lang="en-IN" sz="1400" dirty="0">
                          <a:latin typeface="Times New Roman" panose="02020603050405020304" pitchFamily="18" charset="0"/>
                          <a:cs typeface="Times New Roman" panose="02020603050405020304" pitchFamily="18" charset="0"/>
                        </a:rPr>
                        <a:t>5</a:t>
                      </a:r>
                    </a:p>
                  </a:txBody>
                  <a:tcPr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Automated Loan Default Risk Assessment with Deep Learning</a:t>
                      </a:r>
                    </a:p>
                  </a:txBody>
                  <a:tcPr marL="7620" marR="7620" marT="7620" marB="0" anchor="ct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Anwar, Khan</a:t>
                      </a:r>
                    </a:p>
                  </a:txBody>
                  <a:tcPr marL="7620" marR="7620" marT="7620" marB="0" anchor="ctr"/>
                </a:tc>
                <a:tc>
                  <a:txBody>
                    <a:bodyPr/>
                    <a:lstStyle/>
                    <a:p>
                      <a:pPr algn="ctr"/>
                      <a:r>
                        <a:rPr lang="en-IN" sz="1400" dirty="0">
                          <a:latin typeface="Times New Roman" panose="02020603050405020304" pitchFamily="18" charset="0"/>
                          <a:cs typeface="Times New Roman" panose="02020603050405020304" pitchFamily="18" charset="0"/>
                        </a:rPr>
                        <a:t>IEEE,2025</a:t>
                      </a:r>
                    </a:p>
                  </a:txBody>
                  <a:tcPr anchor="ctr"/>
                </a:tc>
                <a:tc>
                  <a:txBody>
                    <a:bodyPr/>
                    <a:lstStyle/>
                    <a:p>
                      <a:pPr algn="ctr" fontAlgn="ctr">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LSTM, Transformer, Random Forest</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Outperformed traditional RF with accuracy &gt;91% on time-sequence data</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Further testing on adversarial robustness needed</a:t>
                      </a:r>
                    </a:p>
                  </a:txBody>
                  <a:tcPr marL="7620" marR="7620" marT="7620" marB="0" anchor="ctr"/>
                </a:tc>
                <a:extLst>
                  <a:ext uri="{0D108BD9-81ED-4DB2-BD59-A6C34878D82A}">
                    <a16:rowId xmlns:a16="http://schemas.microsoft.com/office/drawing/2014/main" val="738619253"/>
                  </a:ext>
                </a:extLst>
              </a:tr>
            </a:tbl>
          </a:graphicData>
        </a:graphic>
      </p:graphicFrame>
      <p:sp>
        <p:nvSpPr>
          <p:cNvPr id="5" name="TextBox 4">
            <a:extLst>
              <a:ext uri="{FF2B5EF4-FFF2-40B4-BE49-F238E27FC236}">
                <a16:creationId xmlns:a16="http://schemas.microsoft.com/office/drawing/2014/main" id="{DDE31B94-D6A6-D844-08D2-F5AFCDF6AECB}"/>
              </a:ext>
            </a:extLst>
          </p:cNvPr>
          <p:cNvSpPr txBox="1"/>
          <p:nvPr/>
        </p:nvSpPr>
        <p:spPr>
          <a:xfrm>
            <a:off x="4135960" y="481345"/>
            <a:ext cx="6094378"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Literature Survey </a:t>
            </a:r>
          </a:p>
        </p:txBody>
      </p:sp>
      <p:sp>
        <p:nvSpPr>
          <p:cNvPr id="4" name="Date Placeholder 3">
            <a:extLst>
              <a:ext uri="{FF2B5EF4-FFF2-40B4-BE49-F238E27FC236}">
                <a16:creationId xmlns:a16="http://schemas.microsoft.com/office/drawing/2014/main" id="{9A68E36A-FC6F-405A-AB25-DBDD25D1A25E}"/>
              </a:ext>
            </a:extLst>
          </p:cNvPr>
          <p:cNvSpPr>
            <a:spLocks noGrp="1"/>
          </p:cNvSpPr>
          <p:nvPr>
            <p:ph type="dt" sz="half" idx="10"/>
          </p:nvPr>
        </p:nvSpPr>
        <p:spPr>
          <a:xfrm>
            <a:off x="826829" y="6487335"/>
            <a:ext cx="2743200" cy="365125"/>
          </a:xfrm>
        </p:spPr>
        <p:txBody>
          <a:bodyPr/>
          <a:lstStyle/>
          <a:p>
            <a:r>
              <a:rPr lang="en-US" dirty="0"/>
              <a:t>11-11-2025</a:t>
            </a:r>
            <a:endParaRPr lang="en-IN" dirty="0"/>
          </a:p>
        </p:txBody>
      </p:sp>
      <p:sp>
        <p:nvSpPr>
          <p:cNvPr id="6" name="Footer Placeholder 5">
            <a:extLst>
              <a:ext uri="{FF2B5EF4-FFF2-40B4-BE49-F238E27FC236}">
                <a16:creationId xmlns:a16="http://schemas.microsoft.com/office/drawing/2014/main" id="{02F9926C-3B8D-2619-3E9E-790D3FF80C37}"/>
              </a:ext>
            </a:extLst>
          </p:cNvPr>
          <p:cNvSpPr>
            <a:spLocks noGrp="1"/>
          </p:cNvSpPr>
          <p:nvPr>
            <p:ph type="ftr" sz="quarter" idx="11"/>
          </p:nvPr>
        </p:nvSpPr>
        <p:spPr>
          <a:xfrm>
            <a:off x="4038599" y="6477608"/>
            <a:ext cx="4114800" cy="365125"/>
          </a:xfrm>
        </p:spPr>
        <p:txBody>
          <a:bodyPr/>
          <a:lstStyle/>
          <a:p>
            <a:r>
              <a:rPr lang="en-US" dirty="0"/>
              <a:t>Review No-01     Batch No-BB_09     Department of CSE</a:t>
            </a:r>
            <a:endParaRPr lang="en-IN" dirty="0"/>
          </a:p>
        </p:txBody>
      </p:sp>
    </p:spTree>
    <p:extLst>
      <p:ext uri="{BB962C8B-B14F-4D97-AF65-F5344CB8AC3E}">
        <p14:creationId xmlns:p14="http://schemas.microsoft.com/office/powerpoint/2010/main" val="2216121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695C302-373F-0ECF-CC9E-2975C09317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076295EE-3EBA-772A-3497-494AA52216C0}"/>
              </a:ext>
            </a:extLst>
          </p:cNvPr>
          <p:cNvSpPr txBox="1"/>
          <p:nvPr/>
        </p:nvSpPr>
        <p:spPr>
          <a:xfrm>
            <a:off x="3048811" y="771446"/>
            <a:ext cx="609437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Research Gaps </a:t>
            </a:r>
          </a:p>
        </p:txBody>
      </p:sp>
      <p:sp>
        <p:nvSpPr>
          <p:cNvPr id="5" name="Rectangle 1">
            <a:extLst>
              <a:ext uri="{FF2B5EF4-FFF2-40B4-BE49-F238E27FC236}">
                <a16:creationId xmlns:a16="http://schemas.microsoft.com/office/drawing/2014/main" id="{C090702B-0446-4F9A-E550-416A94C8DE6A}"/>
              </a:ext>
            </a:extLst>
          </p:cNvPr>
          <p:cNvSpPr>
            <a:spLocks noChangeArrowheads="1"/>
          </p:cNvSpPr>
          <p:nvPr/>
        </p:nvSpPr>
        <p:spPr bwMode="auto">
          <a:xfrm rot="10800000" flipV="1">
            <a:off x="420721" y="1607797"/>
            <a:ext cx="11350557" cy="430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integrated frameworks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Most studies focus only on model development, without a unified end-to-end system combining data preprocessing, prediction, and deployment.</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generalization</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Existing credit risk models often fail when applied to diverse datasets or varying borrower demographics from different regions.</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computational cost</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Deep learning models used in research are resource-intensive, making them difficult to implement in real-time banking environments.</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Insufficient interpretability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Many high-performing models act as black boxes, offering limited transparency in how predictions are made, reducing trust in AI decisions.</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imbalance and bias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Overrepresentation of non-defaulters leads to biased predictions, causing poor recall for true default cases.</a:t>
            </a:r>
          </a:p>
        </p:txBody>
      </p:sp>
      <p:sp>
        <p:nvSpPr>
          <p:cNvPr id="3" name="Date Placeholder 2">
            <a:extLst>
              <a:ext uri="{FF2B5EF4-FFF2-40B4-BE49-F238E27FC236}">
                <a16:creationId xmlns:a16="http://schemas.microsoft.com/office/drawing/2014/main" id="{64A96986-1971-7C7D-0969-C2B9AD5044D1}"/>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14411876-EBF5-5630-7C11-EEAEAF838A42}"/>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239844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037AB2-ED66-C09E-6AB8-9FADDB59B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6" name="TextBox 5">
            <a:extLst>
              <a:ext uri="{FF2B5EF4-FFF2-40B4-BE49-F238E27FC236}">
                <a16:creationId xmlns:a16="http://schemas.microsoft.com/office/drawing/2014/main" id="{84413F00-72BA-CB99-846A-72373977F79C}"/>
              </a:ext>
            </a:extLst>
          </p:cNvPr>
          <p:cNvSpPr txBox="1"/>
          <p:nvPr/>
        </p:nvSpPr>
        <p:spPr>
          <a:xfrm>
            <a:off x="3048811" y="938879"/>
            <a:ext cx="609437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Problem Statement </a:t>
            </a:r>
          </a:p>
        </p:txBody>
      </p:sp>
      <p:sp>
        <p:nvSpPr>
          <p:cNvPr id="8" name="TextBox 7">
            <a:extLst>
              <a:ext uri="{FF2B5EF4-FFF2-40B4-BE49-F238E27FC236}">
                <a16:creationId xmlns:a16="http://schemas.microsoft.com/office/drawing/2014/main" id="{0F31A0B0-CE16-2B30-7284-A82AFBAC84FA}"/>
              </a:ext>
            </a:extLst>
          </p:cNvPr>
          <p:cNvSpPr txBox="1"/>
          <p:nvPr/>
        </p:nvSpPr>
        <p:spPr>
          <a:xfrm>
            <a:off x="1023836" y="1660641"/>
            <a:ext cx="10144328" cy="4524315"/>
          </a:xfrm>
          <a:prstGeom prst="rect">
            <a:avLst/>
          </a:prstGeom>
          <a:noFill/>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Accurate prediction of </a:t>
            </a:r>
            <a:r>
              <a:rPr lang="en-US" sz="2400" b="1" dirty="0">
                <a:latin typeface="Times New Roman" panose="02020603050405020304" pitchFamily="18" charset="0"/>
                <a:cs typeface="Times New Roman" panose="02020603050405020304" pitchFamily="18" charset="0"/>
              </a:rPr>
              <a:t>loan default risk</a:t>
            </a:r>
            <a:r>
              <a:rPr lang="en-US" sz="2400" dirty="0">
                <a:latin typeface="Times New Roman" panose="02020603050405020304" pitchFamily="18" charset="0"/>
                <a:cs typeface="Times New Roman" panose="02020603050405020304" pitchFamily="18" charset="0"/>
              </a:rPr>
              <a:t> is challenging due to highly imbalanced data, nonlinear borrower behavior, and the complexity of financial variables. This project proposes a </a:t>
            </a:r>
            <a:r>
              <a:rPr lang="en-US" sz="2400" b="1" dirty="0">
                <a:latin typeface="Times New Roman" panose="02020603050405020304" pitchFamily="18" charset="0"/>
                <a:cs typeface="Times New Roman" panose="02020603050405020304" pitchFamily="18" charset="0"/>
              </a:rPr>
              <a:t>deep learning–based full-stack system</a:t>
            </a:r>
            <a:r>
              <a:rPr lang="en-US" sz="2400" dirty="0">
                <a:latin typeface="Times New Roman" panose="02020603050405020304" pitchFamily="18" charset="0"/>
                <a:cs typeface="Times New Roman" panose="02020603050405020304" pitchFamily="18" charset="0"/>
              </a:rPr>
              <a:t> that integrates data preprocessing, ensemble modeling, and web deployment for </a:t>
            </a:r>
            <a:r>
              <a:rPr lang="en-US" sz="2400" b="1" dirty="0">
                <a:latin typeface="Times New Roman" panose="02020603050405020304" pitchFamily="18" charset="0"/>
                <a:cs typeface="Times New Roman" panose="02020603050405020304" pitchFamily="18" charset="0"/>
              </a:rPr>
              <a:t>automated, interpretable, and real-time loan risk prediction</a:t>
            </a:r>
            <a:r>
              <a:rPr lang="en-US" sz="2400" dirty="0">
                <a:latin typeface="Times New Roman" panose="02020603050405020304" pitchFamily="18" charset="0"/>
                <a:cs typeface="Times New Roman" panose="02020603050405020304" pitchFamily="18" charset="0"/>
              </a:rPr>
              <a:t>.</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Key Challenges:</a:t>
            </a: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Imbalanced dataset with far fewer defaulters than non-defaulters.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Hidden and nonlinear relationships among borrower attributes.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transparency and interpretability in AI-based financial models.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computational cost of deep learning models for real-time prediction.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Difficulty in integrating predictive models into practical banking applications.</a:t>
            </a:r>
          </a:p>
        </p:txBody>
      </p:sp>
      <p:sp>
        <p:nvSpPr>
          <p:cNvPr id="3" name="Date Placeholder 2">
            <a:extLst>
              <a:ext uri="{FF2B5EF4-FFF2-40B4-BE49-F238E27FC236}">
                <a16:creationId xmlns:a16="http://schemas.microsoft.com/office/drawing/2014/main" id="{ABE883E4-DAD8-311D-736C-CF30F863482B}"/>
              </a:ext>
            </a:extLst>
          </p:cNvPr>
          <p:cNvSpPr>
            <a:spLocks noGrp="1"/>
          </p:cNvSpPr>
          <p:nvPr>
            <p:ph type="dt" sz="half" idx="10"/>
          </p:nvPr>
        </p:nvSpPr>
        <p:spPr/>
        <p:txBody>
          <a:bodyPr/>
          <a:lstStyle/>
          <a:p>
            <a:r>
              <a:rPr lang="en-US"/>
              <a:t>11-11-2025</a:t>
            </a:r>
            <a:endParaRPr lang="en-IN"/>
          </a:p>
        </p:txBody>
      </p:sp>
      <p:sp>
        <p:nvSpPr>
          <p:cNvPr id="4" name="Footer Placeholder 3">
            <a:extLst>
              <a:ext uri="{FF2B5EF4-FFF2-40B4-BE49-F238E27FC236}">
                <a16:creationId xmlns:a16="http://schemas.microsoft.com/office/drawing/2014/main" id="{B4A54637-5B59-0246-EC79-85A4A805130A}"/>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3316694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0064CE-7DD0-B7FB-6D90-89A4360C54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315D0809-7CB4-2997-B045-EC9E2007CD34}"/>
              </a:ext>
            </a:extLst>
          </p:cNvPr>
          <p:cNvSpPr txBox="1"/>
          <p:nvPr/>
        </p:nvSpPr>
        <p:spPr>
          <a:xfrm>
            <a:off x="3048811" y="858995"/>
            <a:ext cx="6094378"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Objectives</a:t>
            </a:r>
            <a:r>
              <a:rPr lang="en-IN" sz="1800" dirty="0">
                <a:latin typeface="Times New Roman" panose="02020603050405020304" pitchFamily="18" charset="0"/>
                <a:cs typeface="Times New Roman" panose="02020603050405020304" pitchFamily="18" charset="0"/>
              </a:rPr>
              <a:t> </a:t>
            </a:r>
          </a:p>
        </p:txBody>
      </p:sp>
      <p:sp>
        <p:nvSpPr>
          <p:cNvPr id="5" name="Rectangle 1">
            <a:extLst>
              <a:ext uri="{FF2B5EF4-FFF2-40B4-BE49-F238E27FC236}">
                <a16:creationId xmlns:a16="http://schemas.microsoft.com/office/drawing/2014/main" id="{FE5E7727-D6EB-BC8E-6152-A44448A765BE}"/>
              </a:ext>
            </a:extLst>
          </p:cNvPr>
          <p:cNvSpPr>
            <a:spLocks noChangeArrowheads="1"/>
          </p:cNvSpPr>
          <p:nvPr/>
        </p:nvSpPr>
        <p:spPr bwMode="auto">
          <a:xfrm rot="10800000" flipV="1">
            <a:off x="658660" y="1420689"/>
            <a:ext cx="11053441" cy="4640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1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develop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and deep learning–based framework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accurate prediction of loan default risk             in banking applications.</a:t>
            </a:r>
          </a:p>
          <a:p>
            <a:pPr marL="0" marR="0" lvl="0" indent="0" algn="just" defTabSz="914400" rtl="0" eaLnBrk="0" fontAlgn="base" latinLnBrk="0" hangingPunct="0">
              <a:lnSpc>
                <a:spcPct val="11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utilize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and deep neural network 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Random Forest,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CNN, LSTM, and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DenseNet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improved classification accuracy.</a:t>
            </a:r>
          </a:p>
          <a:p>
            <a:pPr marL="0" marR="0" lvl="0" indent="0" algn="just" defTabSz="914400" rtl="0" eaLnBrk="0" fontAlgn="base" latinLnBrk="0" hangingPunct="0">
              <a:lnSpc>
                <a:spcPct val="11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apply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SMOTE and SMOTE-Tomek techniques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balancing imbalanced datasets and enhancing minority   class prediction.</a:t>
            </a:r>
          </a:p>
          <a:p>
            <a:pPr marL="0" marR="0" lvl="0" indent="0" algn="just" defTabSz="914400" rtl="0" eaLnBrk="0" fontAlgn="base" latinLnBrk="0" hangingPunct="0">
              <a:lnSpc>
                <a:spcPct val="11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perform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through cleaning, encoding, feature scaling, and normalization for optimal model performance.</a:t>
            </a:r>
          </a:p>
          <a:p>
            <a:pPr marL="0" marR="0" lvl="0" indent="0" algn="just" defTabSz="914400" rtl="0" eaLnBrk="0" fontAlgn="base" latinLnBrk="0" hangingPunct="0">
              <a:lnSpc>
                <a:spcPct val="11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integrate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AI tools (SHAP and LIME)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model transparency and interpretability in financial decision-making.</a:t>
            </a:r>
          </a:p>
          <a:p>
            <a:pPr marL="0" marR="0" lvl="0" indent="0" algn="just" defTabSz="914400" rtl="0" eaLnBrk="0" fontAlgn="base" latinLnBrk="0" hangingPunct="0">
              <a:lnSpc>
                <a:spcPct val="11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achieve high model performance in terms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Precision, Recall, F1-Score, and ROC-AUC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metrics.</a:t>
            </a:r>
          </a:p>
          <a:p>
            <a:pPr marL="0" marR="0" lvl="0" indent="0" algn="just" defTabSz="914400" rtl="0" eaLnBrk="0" fontAlgn="base" latinLnBrk="0" hangingPunct="0">
              <a:lnSpc>
                <a:spcPct val="11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design and deploy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Flask-based web application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provides real-time loan risk prediction and probability scores.</a:t>
            </a:r>
          </a:p>
          <a:p>
            <a:pPr marL="0" marR="0" lvl="0" indent="0" algn="just" defTabSz="914400" rtl="0" eaLnBrk="0" fontAlgn="base" latinLnBrk="0" hangingPunct="0">
              <a:lnSpc>
                <a:spcPct val="11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create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interpretable, and automated full-stack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suitable for integration into real-world banking environments.</a:t>
            </a:r>
          </a:p>
        </p:txBody>
      </p:sp>
      <p:sp>
        <p:nvSpPr>
          <p:cNvPr id="3" name="Date Placeholder 2">
            <a:extLst>
              <a:ext uri="{FF2B5EF4-FFF2-40B4-BE49-F238E27FC236}">
                <a16:creationId xmlns:a16="http://schemas.microsoft.com/office/drawing/2014/main" id="{EE73CCCA-34BA-5680-142F-48C849EE45C6}"/>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C44FFAA9-0A45-BC4C-FDEE-3EE74EA379AE}"/>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1604438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07F13D-8722-FCD6-D4C5-2401D58500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1DFF3BE1-64F6-13D0-ED09-5899C605FC8F}"/>
              </a:ext>
            </a:extLst>
          </p:cNvPr>
          <p:cNvSpPr txBox="1"/>
          <p:nvPr/>
        </p:nvSpPr>
        <p:spPr>
          <a:xfrm>
            <a:off x="3048811" y="858123"/>
            <a:ext cx="609437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Block Diagram / Flow Diagram </a:t>
            </a:r>
          </a:p>
        </p:txBody>
      </p:sp>
      <p:pic>
        <p:nvPicPr>
          <p:cNvPr id="10" name="Picture 9">
            <a:extLst>
              <a:ext uri="{FF2B5EF4-FFF2-40B4-BE49-F238E27FC236}">
                <a16:creationId xmlns:a16="http://schemas.microsoft.com/office/drawing/2014/main" id="{0D73033D-0DE1-0A2E-2C4D-7305A2CBF0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1160" y="1381343"/>
            <a:ext cx="5629680" cy="4997067"/>
          </a:xfrm>
          <a:prstGeom prst="rect">
            <a:avLst/>
          </a:prstGeom>
        </p:spPr>
      </p:pic>
      <p:sp>
        <p:nvSpPr>
          <p:cNvPr id="3" name="Date Placeholder 2">
            <a:extLst>
              <a:ext uri="{FF2B5EF4-FFF2-40B4-BE49-F238E27FC236}">
                <a16:creationId xmlns:a16="http://schemas.microsoft.com/office/drawing/2014/main" id="{B9C5D532-751D-96D2-C02D-CEE7E7620990}"/>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A3ECA567-84F6-5A31-55A0-5102832CE15C}"/>
              </a:ext>
            </a:extLst>
          </p:cNvPr>
          <p:cNvSpPr>
            <a:spLocks noGrp="1"/>
          </p:cNvSpPr>
          <p:nvPr>
            <p:ph type="ftr" sz="quarter" idx="11"/>
          </p:nvPr>
        </p:nvSpPr>
        <p:spPr/>
        <p:txBody>
          <a:bodyPr/>
          <a:lstStyle/>
          <a:p>
            <a:r>
              <a:rPr lang="en-US" dirty="0"/>
              <a:t>Review No-01     Batch No-BB_09     Department of CSE</a:t>
            </a:r>
            <a:endParaRPr lang="en-IN" dirty="0"/>
          </a:p>
        </p:txBody>
      </p:sp>
    </p:spTree>
    <p:extLst>
      <p:ext uri="{BB962C8B-B14F-4D97-AF65-F5344CB8AC3E}">
        <p14:creationId xmlns:p14="http://schemas.microsoft.com/office/powerpoint/2010/main" val="1008473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EEA035-D3EF-8889-B7EA-64284BD99F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5B35A187-7BDC-AC4C-455A-3B8EF3A9537C}"/>
              </a:ext>
            </a:extLst>
          </p:cNvPr>
          <p:cNvSpPr txBox="1"/>
          <p:nvPr/>
        </p:nvSpPr>
        <p:spPr>
          <a:xfrm>
            <a:off x="3048811" y="858995"/>
            <a:ext cx="609437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Methodology</a:t>
            </a:r>
            <a:r>
              <a:rPr lang="en-IN" sz="18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44EC4153-27CB-B431-5374-2B58BB5757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3189" y="345332"/>
            <a:ext cx="2902085" cy="6167335"/>
          </a:xfrm>
          <a:prstGeom prst="rect">
            <a:avLst/>
          </a:prstGeom>
        </p:spPr>
      </p:pic>
      <p:sp>
        <p:nvSpPr>
          <p:cNvPr id="9" name="Rectangle 1">
            <a:extLst>
              <a:ext uri="{FF2B5EF4-FFF2-40B4-BE49-F238E27FC236}">
                <a16:creationId xmlns:a16="http://schemas.microsoft.com/office/drawing/2014/main" id="{9B372CF5-D21D-3CE3-496D-2AF0E07B6D2C}"/>
              </a:ext>
            </a:extLst>
          </p:cNvPr>
          <p:cNvSpPr>
            <a:spLocks noChangeArrowheads="1"/>
          </p:cNvSpPr>
          <p:nvPr/>
        </p:nvSpPr>
        <p:spPr bwMode="auto">
          <a:xfrm rot="10800000" flipV="1">
            <a:off x="330739" y="1755174"/>
            <a:ext cx="8962417" cy="4384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performed to clean, encode, and normalize borrower data for consistent model training.</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SMOTE and SMOTE-Tomek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applied to handle class imbalance and improve defaulter detection accuracy.</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Engineering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conducted using correlation and importance analysis to identify key financial risk factors.</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and Deep Learning 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Random Forest,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CNN, LSTM, and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DenseNet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implemented for prediction.</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Hyperparameter Optimization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carried out using Grid Search to enhance accuracy and reduce overfitting.</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AI (SHAP &amp; LIME)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integrated for transparent, interpretable loan risk analysis.</a:t>
            </a:r>
          </a:p>
          <a:p>
            <a:pPr marL="0" marR="0" lvl="0" indent="0" algn="just" defTabSz="914400" rtl="0" eaLnBrk="0" fontAlgn="base" latinLnBrk="0" hangingPunct="0">
              <a:lnSpc>
                <a:spcPct val="12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Flask-Based Web Deployment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enables real-time, user-friendly prediction for banking applications.</a:t>
            </a:r>
          </a:p>
        </p:txBody>
      </p:sp>
      <p:sp>
        <p:nvSpPr>
          <p:cNvPr id="3" name="Date Placeholder 2">
            <a:extLst>
              <a:ext uri="{FF2B5EF4-FFF2-40B4-BE49-F238E27FC236}">
                <a16:creationId xmlns:a16="http://schemas.microsoft.com/office/drawing/2014/main" id="{66E50174-277F-EB05-DAD1-724432063773}"/>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B06A0550-AD68-FCB3-218E-E88BD03D15D1}"/>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2942543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AEB4CD-5912-C54F-12C0-1E575EDDA5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788EB18C-FEAB-FEE8-3B03-E6F5008FA728}"/>
              </a:ext>
            </a:extLst>
          </p:cNvPr>
          <p:cNvSpPr txBox="1"/>
          <p:nvPr/>
        </p:nvSpPr>
        <p:spPr>
          <a:xfrm>
            <a:off x="430447" y="1291947"/>
            <a:ext cx="11310837" cy="5418663"/>
          </a:xfrm>
          <a:prstGeom prst="rect">
            <a:avLst/>
          </a:prstGeom>
          <a:noFill/>
        </p:spPr>
        <p:txBody>
          <a:bodyPr wrap="square">
            <a:spAutoFit/>
          </a:bodyPr>
          <a:lstStyle/>
          <a:p>
            <a:pPr algn="ctr">
              <a:lnSpc>
                <a:spcPct val="120000"/>
              </a:lnSpc>
              <a:buNone/>
            </a:pPr>
            <a:r>
              <a:rPr lang="en-IN" sz="2000" b="1" dirty="0">
                <a:latin typeface="Times New Roman" panose="02020603050405020304" pitchFamily="18" charset="0"/>
                <a:cs typeface="Times New Roman" panose="02020603050405020304" pitchFamily="18" charset="0"/>
              </a:rPr>
              <a:t>Framework Used: Ensemble Machine Learning Models</a:t>
            </a:r>
          </a:p>
          <a:p>
            <a:pPr>
              <a:lnSpc>
                <a:spcPct val="120000"/>
              </a:lnSpc>
              <a:buNone/>
            </a:pPr>
            <a:r>
              <a:rPr lang="en-IN" b="1" dirty="0">
                <a:latin typeface="Times New Roman" panose="02020603050405020304" pitchFamily="18" charset="0"/>
                <a:cs typeface="Times New Roman" panose="02020603050405020304" pitchFamily="18" charset="0"/>
              </a:rPr>
              <a:t>Why Ensemble Models?</a:t>
            </a:r>
            <a:endParaRPr lang="en-IN" dirty="0">
              <a:latin typeface="Times New Roman" panose="02020603050405020304" pitchFamily="18" charset="0"/>
              <a:cs typeface="Times New Roman" panose="02020603050405020304" pitchFamily="18" charset="0"/>
            </a:endParaRPr>
          </a:p>
          <a:p>
            <a:pPr>
              <a:lnSpc>
                <a:spcPct val="12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High Predictive Accuracy:</a:t>
            </a:r>
            <a:r>
              <a:rPr lang="en-IN" dirty="0">
                <a:latin typeface="Times New Roman" panose="02020603050405020304" pitchFamily="18" charset="0"/>
                <a:cs typeface="Times New Roman" panose="02020603050405020304" pitchFamily="18" charset="0"/>
              </a:rPr>
              <a:t> Ensemble models like </a:t>
            </a:r>
            <a:r>
              <a:rPr lang="en-IN" b="1" dirty="0">
                <a:latin typeface="Times New Roman" panose="02020603050405020304" pitchFamily="18" charset="0"/>
                <a:cs typeface="Times New Roman" panose="02020603050405020304" pitchFamily="18" charset="0"/>
              </a:rPr>
              <a:t>Random Forest, </a:t>
            </a:r>
            <a:r>
              <a:rPr lang="en-IN" b="1" dirty="0" err="1">
                <a:latin typeface="Times New Roman" panose="02020603050405020304" pitchFamily="18" charset="0"/>
                <a:cs typeface="Times New Roman" panose="02020603050405020304" pitchFamily="18" charset="0"/>
              </a:rPr>
              <a:t>XGBoost</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LightGBM</a:t>
            </a:r>
            <a:r>
              <a:rPr lang="en-IN" b="1" dirty="0">
                <a:latin typeface="Times New Roman" panose="02020603050405020304" pitchFamily="18" charset="0"/>
                <a:cs typeface="Times New Roman" panose="02020603050405020304" pitchFamily="18" charset="0"/>
              </a:rPr>
              <a:t>, and </a:t>
            </a:r>
            <a:r>
              <a:rPr lang="en-IN" b="1" dirty="0" err="1">
                <a:latin typeface="Times New Roman" panose="02020603050405020304" pitchFamily="18" charset="0"/>
                <a:cs typeface="Times New Roman" panose="02020603050405020304" pitchFamily="18" charset="0"/>
              </a:rPr>
              <a:t>CatBoost</a:t>
            </a:r>
            <a:r>
              <a:rPr lang="en-IN" dirty="0">
                <a:latin typeface="Times New Roman" panose="02020603050405020304" pitchFamily="18" charset="0"/>
                <a:cs typeface="Times New Roman" panose="02020603050405020304" pitchFamily="18" charset="0"/>
              </a:rPr>
              <a:t> combine multiple learners to minimize bias and variance, ensuring highly reliable loan default predictions.</a:t>
            </a:r>
          </a:p>
          <a:p>
            <a:pPr>
              <a:lnSpc>
                <a:spcPct val="12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Robustness to Imbalanced Data:</a:t>
            </a:r>
            <a:r>
              <a:rPr lang="en-IN" dirty="0">
                <a:latin typeface="Times New Roman" panose="02020603050405020304" pitchFamily="18" charset="0"/>
                <a:cs typeface="Times New Roman" panose="02020603050405020304" pitchFamily="18" charset="0"/>
              </a:rPr>
              <a:t> Integration of </a:t>
            </a:r>
            <a:r>
              <a:rPr lang="en-IN" b="1" dirty="0">
                <a:latin typeface="Times New Roman" panose="02020603050405020304" pitchFamily="18" charset="0"/>
                <a:cs typeface="Times New Roman" panose="02020603050405020304" pitchFamily="18" charset="0"/>
              </a:rPr>
              <a:t>SMOTE</a:t>
            </a:r>
            <a:r>
              <a:rPr lang="en-IN" dirty="0">
                <a:latin typeface="Times New Roman" panose="02020603050405020304" pitchFamily="18" charset="0"/>
                <a:cs typeface="Times New Roman" panose="02020603050405020304" pitchFamily="18" charset="0"/>
              </a:rPr>
              <a:t> (Synthetic Minority Oversampling Technique) balances the dataset, enhancing the model’s ability to detect minority (default) cases.</a:t>
            </a:r>
          </a:p>
          <a:p>
            <a:pPr>
              <a:lnSpc>
                <a:spcPct val="12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Scalability and Efficiency:</a:t>
            </a:r>
            <a:r>
              <a:rPr lang="en-IN" dirty="0">
                <a:latin typeface="Times New Roman" panose="02020603050405020304" pitchFamily="18" charset="0"/>
                <a:cs typeface="Times New Roman" panose="02020603050405020304" pitchFamily="18" charset="0"/>
              </a:rPr>
              <a:t> Tree-based ensembles handle large financial datasets efficiently, optimizing performance without extensive computational resources.</a:t>
            </a:r>
          </a:p>
          <a:p>
            <a:pPr>
              <a:lnSpc>
                <a:spcPct val="12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Interpretability:</a:t>
            </a:r>
            <a:r>
              <a:rPr lang="en-IN" dirty="0">
                <a:latin typeface="Times New Roman" panose="02020603050405020304" pitchFamily="18" charset="0"/>
                <a:cs typeface="Times New Roman" panose="02020603050405020304" pitchFamily="18" charset="0"/>
              </a:rPr>
              <a:t> Feature importance metrics from ensemble models help identify critical risk factors driving loan defaults, supporting transparent decision-making.</a:t>
            </a:r>
          </a:p>
          <a:p>
            <a:pPr>
              <a:lnSpc>
                <a:spcPct val="12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Generalization Power:</a:t>
            </a:r>
            <a:r>
              <a:rPr lang="en-IN" dirty="0">
                <a:latin typeface="Times New Roman" panose="02020603050405020304" pitchFamily="18" charset="0"/>
                <a:cs typeface="Times New Roman" panose="02020603050405020304" pitchFamily="18" charset="0"/>
              </a:rPr>
              <a:t> These models avoid overfitting by leveraging bagging and boosting, maintaining strong performance on unseen borrower data.</a:t>
            </a:r>
          </a:p>
          <a:p>
            <a:pPr>
              <a:lnSpc>
                <a:spcPct val="12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Hybrid Approach:</a:t>
            </a:r>
            <a:r>
              <a:rPr lang="en-IN" dirty="0">
                <a:latin typeface="Times New Roman" panose="02020603050405020304" pitchFamily="18" charset="0"/>
                <a:cs typeface="Times New Roman" panose="02020603050405020304" pitchFamily="18" charset="0"/>
              </a:rPr>
              <a:t> Combines classical ML (Logistic Regression, SVM, Decision Tree) and advanced boosting algorithms for a comprehensive comparative analysis.</a:t>
            </a:r>
          </a:p>
          <a:p>
            <a:pPr>
              <a:lnSpc>
                <a:spcPct val="12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Automation Ready:</a:t>
            </a:r>
            <a:r>
              <a:rPr lang="en-IN" dirty="0">
                <a:latin typeface="Times New Roman" panose="02020603050405020304" pitchFamily="18" charset="0"/>
                <a:cs typeface="Times New Roman" panose="02020603050405020304" pitchFamily="18" charset="0"/>
              </a:rPr>
              <a:t> Easily integrated into real-time credit risk systems for predictive analytics and customer scoring applications.</a:t>
            </a:r>
          </a:p>
        </p:txBody>
      </p:sp>
      <p:sp>
        <p:nvSpPr>
          <p:cNvPr id="3" name="Date Placeholder 2">
            <a:extLst>
              <a:ext uri="{FF2B5EF4-FFF2-40B4-BE49-F238E27FC236}">
                <a16:creationId xmlns:a16="http://schemas.microsoft.com/office/drawing/2014/main" id="{211A96C7-5825-01A1-5AA3-1EEB77EE2363}"/>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4E88349F-9BF5-738F-3D8D-B9BC5DD2216A}"/>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286204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55B971-3D7A-1D82-3317-27AA297111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5" name="TextBox 4">
            <a:extLst>
              <a:ext uri="{FF2B5EF4-FFF2-40B4-BE49-F238E27FC236}">
                <a16:creationId xmlns:a16="http://schemas.microsoft.com/office/drawing/2014/main" id="{3D0BD24E-4FBE-AB10-304F-2D8BBD9F2B61}"/>
              </a:ext>
            </a:extLst>
          </p:cNvPr>
          <p:cNvSpPr txBox="1"/>
          <p:nvPr/>
        </p:nvSpPr>
        <p:spPr>
          <a:xfrm>
            <a:off x="3048811" y="674329"/>
            <a:ext cx="6094378"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System Requirements</a:t>
            </a:r>
            <a:endParaRPr lang="en-IN" sz="3200" dirty="0"/>
          </a:p>
        </p:txBody>
      </p:sp>
      <p:sp>
        <p:nvSpPr>
          <p:cNvPr id="7" name="TextBox 6">
            <a:extLst>
              <a:ext uri="{FF2B5EF4-FFF2-40B4-BE49-F238E27FC236}">
                <a16:creationId xmlns:a16="http://schemas.microsoft.com/office/drawing/2014/main" id="{B8E77DF5-8A61-9E46-3CA6-835FB71D35B3}"/>
              </a:ext>
            </a:extLst>
          </p:cNvPr>
          <p:cNvSpPr txBox="1"/>
          <p:nvPr/>
        </p:nvSpPr>
        <p:spPr>
          <a:xfrm>
            <a:off x="2220743" y="1582340"/>
            <a:ext cx="9715095" cy="4377609"/>
          </a:xfrm>
          <a:prstGeom prst="rect">
            <a:avLst/>
          </a:prstGeom>
          <a:noFill/>
        </p:spPr>
        <p:txBody>
          <a:bodyPr wrap="square">
            <a:spAutoFit/>
          </a:bodyPr>
          <a:lstStyle/>
          <a:p>
            <a:pPr>
              <a:lnSpc>
                <a:spcPct val="130000"/>
              </a:lnSpc>
              <a:buNone/>
              <a:tabLst>
                <a:tab pos="3860800" algn="l"/>
                <a:tab pos="5473700" algn="l"/>
              </a:tabLst>
            </a:pPr>
            <a:r>
              <a:rPr lang="en-US" sz="1800" b="1" dirty="0">
                <a:latin typeface="Times New Roman" panose="02020603050405020304" pitchFamily="18" charset="0"/>
                <a:cs typeface="Times New Roman" panose="02020603050405020304" pitchFamily="18" charset="0"/>
              </a:rPr>
              <a:t>Hardware Requirements</a:t>
            </a:r>
            <a:endParaRPr lang="en-IN" sz="1800" dirty="0">
              <a:latin typeface="Times New Roman" panose="02020603050405020304" pitchFamily="18" charset="0"/>
              <a:cs typeface="Times New Roman" panose="02020603050405020304" pitchFamily="18" charset="0"/>
            </a:endParaRPr>
          </a:p>
          <a:p>
            <a:pPr lvl="0" defTabSz="1041400">
              <a:lnSpc>
                <a:spcPct val="130000"/>
              </a:lnSpc>
              <a:tabLst>
                <a:tab pos="3860800" algn="l"/>
                <a:tab pos="5473700" algn="l"/>
              </a:tabLst>
            </a:pPr>
            <a:r>
              <a:rPr lang="en-US" sz="1800" dirty="0">
                <a:latin typeface="Times New Roman" panose="02020603050405020304" pitchFamily="18" charset="0"/>
                <a:cs typeface="Times New Roman" panose="02020603050405020304" pitchFamily="18" charset="0"/>
              </a:rPr>
              <a:t>Processor	:	intel Core i5</a:t>
            </a:r>
            <a:endParaRPr lang="en-IN" sz="1800" dirty="0">
              <a:latin typeface="Times New Roman" panose="02020603050405020304" pitchFamily="18" charset="0"/>
              <a:cs typeface="Times New Roman" panose="02020603050405020304" pitchFamily="18" charset="0"/>
            </a:endParaRPr>
          </a:p>
          <a:p>
            <a:pPr lvl="0" defTabSz="1790700">
              <a:lnSpc>
                <a:spcPct val="130000"/>
              </a:lnSpc>
              <a:tabLst>
                <a:tab pos="3860800" algn="l"/>
                <a:tab pos="5473700" algn="l"/>
              </a:tabLst>
            </a:pPr>
            <a:r>
              <a:rPr lang="en-US" sz="1800" dirty="0">
                <a:latin typeface="Times New Roman" panose="02020603050405020304" pitchFamily="18" charset="0"/>
                <a:cs typeface="Times New Roman" panose="02020603050405020304" pitchFamily="18" charset="0"/>
              </a:rPr>
              <a:t>Cache memory	:	4MB(Megabyte)</a:t>
            </a:r>
            <a:r>
              <a:rPr lang="en-IN" sz="1800" dirty="0">
                <a:latin typeface="Times New Roman" panose="02020603050405020304" pitchFamily="18" charset="0"/>
                <a:cs typeface="Times New Roman" panose="02020603050405020304" pitchFamily="18" charset="0"/>
              </a:rPr>
              <a:t> </a:t>
            </a:r>
          </a:p>
          <a:p>
            <a:pPr lvl="0">
              <a:lnSpc>
                <a:spcPct val="130000"/>
              </a:lnSpc>
              <a:tabLst>
                <a:tab pos="3860800" algn="l"/>
                <a:tab pos="5473700" algn="l"/>
              </a:tabLst>
            </a:pPr>
            <a:r>
              <a:rPr lang="en-US" sz="1800" dirty="0">
                <a:latin typeface="Times New Roman" panose="02020603050405020304" pitchFamily="18" charset="0"/>
                <a:cs typeface="Times New Roman" panose="02020603050405020304" pitchFamily="18" charset="0"/>
              </a:rPr>
              <a:t>RAM	</a:t>
            </a:r>
            <a:r>
              <a:rPr lang="en-IN" sz="1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8</a:t>
            </a:r>
            <a:r>
              <a:rPr lang="en-US" sz="1800" dirty="0">
                <a:latin typeface="Times New Roman" panose="02020603050405020304" pitchFamily="18" charset="0"/>
                <a:cs typeface="Times New Roman" panose="02020603050405020304" pitchFamily="18" charset="0"/>
              </a:rPr>
              <a:t>GB (gigabyte)</a:t>
            </a:r>
            <a:r>
              <a:rPr lang="en-IN" sz="1800" dirty="0">
                <a:latin typeface="Times New Roman" panose="02020603050405020304" pitchFamily="18" charset="0"/>
                <a:cs typeface="Times New Roman" panose="02020603050405020304" pitchFamily="18" charset="0"/>
              </a:rPr>
              <a:t> </a:t>
            </a:r>
          </a:p>
          <a:p>
            <a:pPr lvl="0">
              <a:lnSpc>
                <a:spcPct val="130000"/>
              </a:lnSpc>
              <a:tabLst>
                <a:tab pos="3860800" algn="l"/>
                <a:tab pos="5473700" algn="l"/>
              </a:tabLst>
            </a:pPr>
            <a:r>
              <a:rPr lang="en-US" sz="1800" dirty="0">
                <a:latin typeface="Times New Roman" panose="02020603050405020304" pitchFamily="18" charset="0"/>
                <a:cs typeface="Times New Roman" panose="02020603050405020304" pitchFamily="18" charset="0"/>
              </a:rPr>
              <a:t>Hard Disk</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475</a:t>
            </a:r>
            <a:r>
              <a:rPr lang="en-US" sz="1800" dirty="0">
                <a:latin typeface="Times New Roman" panose="02020603050405020304" pitchFamily="18" charset="0"/>
                <a:cs typeface="Times New Roman" panose="02020603050405020304" pitchFamily="18" charset="0"/>
              </a:rPr>
              <a:t>GB</a:t>
            </a:r>
            <a:r>
              <a:rPr lang="en-IN" sz="1800" dirty="0">
                <a:latin typeface="Times New Roman" panose="02020603050405020304" pitchFamily="18" charset="0"/>
                <a:cs typeface="Times New Roman" panose="02020603050405020304" pitchFamily="18" charset="0"/>
              </a:rPr>
              <a:t> </a:t>
            </a:r>
          </a:p>
          <a:p>
            <a:pPr lvl="0">
              <a:lnSpc>
                <a:spcPct val="130000"/>
              </a:lnSpc>
              <a:tabLst>
                <a:tab pos="3860800" algn="l"/>
                <a:tab pos="5473700" algn="l"/>
              </a:tabLst>
            </a:pPr>
            <a:r>
              <a:rPr lang="en-IN" sz="1800" dirty="0">
                <a:latin typeface="Times New Roman" panose="02020603050405020304" pitchFamily="18" charset="0"/>
                <a:cs typeface="Times New Roman" panose="02020603050405020304" pitchFamily="18" charset="0"/>
              </a:rPr>
              <a:t>Compute Engine	:	 T4 GPU</a:t>
            </a:r>
          </a:p>
          <a:p>
            <a:pPr lvl="0">
              <a:lnSpc>
                <a:spcPct val="130000"/>
              </a:lnSpc>
              <a:buNone/>
              <a:tabLst>
                <a:tab pos="3860800" algn="l"/>
                <a:tab pos="5473700" algn="l"/>
              </a:tabLst>
            </a:pPr>
            <a:endParaRPr lang="en-US" sz="1800" b="1" dirty="0">
              <a:latin typeface="Times New Roman" panose="02020603050405020304" pitchFamily="18" charset="0"/>
              <a:cs typeface="Times New Roman" panose="02020603050405020304" pitchFamily="18" charset="0"/>
            </a:endParaRPr>
          </a:p>
          <a:p>
            <a:pPr lvl="0">
              <a:lnSpc>
                <a:spcPct val="130000"/>
              </a:lnSpc>
              <a:buNone/>
              <a:tabLst>
                <a:tab pos="3860800" algn="l"/>
                <a:tab pos="5473700" algn="l"/>
              </a:tabLst>
            </a:pPr>
            <a:r>
              <a:rPr lang="en-US" sz="1800" b="1" dirty="0">
                <a:latin typeface="Times New Roman" panose="02020603050405020304" pitchFamily="18" charset="0"/>
                <a:cs typeface="Times New Roman" panose="02020603050405020304" pitchFamily="18" charset="0"/>
              </a:rPr>
              <a:t>Software Requirements</a:t>
            </a:r>
            <a:endParaRPr lang="en-IN" sz="1800" dirty="0">
              <a:latin typeface="Times New Roman" panose="02020603050405020304" pitchFamily="18" charset="0"/>
              <a:cs typeface="Times New Roman" panose="02020603050405020304" pitchFamily="18" charset="0"/>
            </a:endParaRPr>
          </a:p>
          <a:p>
            <a:pPr lvl="0">
              <a:lnSpc>
                <a:spcPct val="130000"/>
              </a:lnSpc>
              <a:tabLst>
                <a:tab pos="3860800" algn="l"/>
                <a:tab pos="5473700" algn="l"/>
              </a:tabLst>
            </a:pPr>
            <a:r>
              <a:rPr lang="en-US" sz="1800" dirty="0">
                <a:latin typeface="Times New Roman" panose="02020603050405020304" pitchFamily="18" charset="0"/>
                <a:cs typeface="Times New Roman" panose="02020603050405020304" pitchFamily="18" charset="0"/>
              </a:rPr>
              <a:t>Operating System</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Windows 10, 64-bit Operating System</a:t>
            </a:r>
            <a:r>
              <a:rPr lang="en-IN" sz="1800" dirty="0">
                <a:latin typeface="Times New Roman" panose="02020603050405020304" pitchFamily="18" charset="0"/>
                <a:cs typeface="Times New Roman" panose="02020603050405020304" pitchFamily="18" charset="0"/>
              </a:rPr>
              <a:t> </a:t>
            </a:r>
          </a:p>
          <a:p>
            <a:pPr lvl="0">
              <a:lnSpc>
                <a:spcPct val="130000"/>
              </a:lnSpc>
              <a:tabLst>
                <a:tab pos="3860800" algn="l"/>
                <a:tab pos="5473700" algn="l"/>
              </a:tabLst>
            </a:pPr>
            <a:r>
              <a:rPr lang="en-US" sz="1800" dirty="0">
                <a:latin typeface="Times New Roman" panose="02020603050405020304" pitchFamily="18" charset="0"/>
                <a:cs typeface="Times New Roman" panose="02020603050405020304" pitchFamily="18" charset="0"/>
              </a:rPr>
              <a:t>Coding Language</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Python</a:t>
            </a:r>
            <a:r>
              <a:rPr lang="en-IN" sz="1800" dirty="0">
                <a:latin typeface="Times New Roman" panose="02020603050405020304" pitchFamily="18" charset="0"/>
                <a:cs typeface="Times New Roman" panose="02020603050405020304" pitchFamily="18" charset="0"/>
              </a:rPr>
              <a:t> </a:t>
            </a:r>
          </a:p>
          <a:p>
            <a:pPr lvl="0">
              <a:lnSpc>
                <a:spcPct val="130000"/>
              </a:lnSpc>
              <a:tabLst>
                <a:tab pos="3860800" algn="l"/>
                <a:tab pos="5473700" algn="l"/>
              </a:tabLst>
            </a:pPr>
            <a:r>
              <a:rPr lang="en-US" sz="1800" dirty="0">
                <a:latin typeface="Times New Roman" panose="02020603050405020304" pitchFamily="18" charset="0"/>
                <a:cs typeface="Times New Roman" panose="02020603050405020304" pitchFamily="18" charset="0"/>
              </a:rPr>
              <a:t>Python distribution</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Google Colab , Flask</a:t>
            </a:r>
            <a:r>
              <a:rPr lang="en-IN" sz="1800" dirty="0">
                <a:latin typeface="Times New Roman" panose="02020603050405020304" pitchFamily="18" charset="0"/>
                <a:cs typeface="Times New Roman" panose="02020603050405020304" pitchFamily="18" charset="0"/>
              </a:rPr>
              <a:t> </a:t>
            </a:r>
          </a:p>
          <a:p>
            <a:pPr lvl="0">
              <a:lnSpc>
                <a:spcPct val="130000"/>
              </a:lnSpc>
              <a:tabLst>
                <a:tab pos="3860800" algn="l"/>
                <a:tab pos="5473700" algn="l"/>
              </a:tabLst>
            </a:pPr>
            <a:r>
              <a:rPr lang="en-US" sz="1800" dirty="0">
                <a:latin typeface="Times New Roman" panose="02020603050405020304" pitchFamily="18" charset="0"/>
                <a:cs typeface="Times New Roman" panose="02020603050405020304" pitchFamily="18" charset="0"/>
              </a:rPr>
              <a:t>Browser	: 	Any Latest Browser like Chrome</a:t>
            </a:r>
            <a:r>
              <a:rPr lang="en-IN" sz="1800" dirty="0">
                <a:latin typeface="Times New Roman" panose="02020603050405020304" pitchFamily="18" charset="0"/>
                <a:cs typeface="Times New Roman" panose="02020603050405020304" pitchFamily="18" charset="0"/>
              </a:rPr>
              <a:t> </a:t>
            </a:r>
          </a:p>
        </p:txBody>
      </p:sp>
      <p:sp>
        <p:nvSpPr>
          <p:cNvPr id="3" name="Date Placeholder 2">
            <a:extLst>
              <a:ext uri="{FF2B5EF4-FFF2-40B4-BE49-F238E27FC236}">
                <a16:creationId xmlns:a16="http://schemas.microsoft.com/office/drawing/2014/main" id="{4E52EC22-DA72-901C-835E-91BAB3B84EA0}"/>
              </a:ext>
            </a:extLst>
          </p:cNvPr>
          <p:cNvSpPr>
            <a:spLocks noGrp="1"/>
          </p:cNvSpPr>
          <p:nvPr>
            <p:ph type="dt" sz="half" idx="10"/>
          </p:nvPr>
        </p:nvSpPr>
        <p:spPr/>
        <p:txBody>
          <a:bodyPr/>
          <a:lstStyle/>
          <a:p>
            <a:r>
              <a:rPr lang="en-US"/>
              <a:t>11-11-2025</a:t>
            </a:r>
            <a:endParaRPr lang="en-IN"/>
          </a:p>
        </p:txBody>
      </p:sp>
      <p:sp>
        <p:nvSpPr>
          <p:cNvPr id="4" name="Footer Placeholder 3">
            <a:extLst>
              <a:ext uri="{FF2B5EF4-FFF2-40B4-BE49-F238E27FC236}">
                <a16:creationId xmlns:a16="http://schemas.microsoft.com/office/drawing/2014/main" id="{C016861D-6CA9-0099-E485-89DF6BFDC433}"/>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2778179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AA8B39-E1F1-4082-80D8-3E3096F8B4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976B489D-0F2F-8F86-576B-C10795956209}"/>
              </a:ext>
            </a:extLst>
          </p:cNvPr>
          <p:cNvSpPr txBox="1"/>
          <p:nvPr/>
        </p:nvSpPr>
        <p:spPr>
          <a:xfrm>
            <a:off x="3048811" y="693625"/>
            <a:ext cx="6094378"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Challenges  Vs Overcomes</a:t>
            </a:r>
            <a:endParaRPr lang="en-IN" sz="2800" dirty="0"/>
          </a:p>
        </p:txBody>
      </p:sp>
      <p:graphicFrame>
        <p:nvGraphicFramePr>
          <p:cNvPr id="8" name="Table 7">
            <a:extLst>
              <a:ext uri="{FF2B5EF4-FFF2-40B4-BE49-F238E27FC236}">
                <a16:creationId xmlns:a16="http://schemas.microsoft.com/office/drawing/2014/main" id="{00091C09-86F2-B5C0-2C56-EF343836AD65}"/>
              </a:ext>
            </a:extLst>
          </p:cNvPr>
          <p:cNvGraphicFramePr>
            <a:graphicFrameLocks noGrp="1"/>
          </p:cNvGraphicFramePr>
          <p:nvPr>
            <p:extLst>
              <p:ext uri="{D42A27DB-BD31-4B8C-83A1-F6EECF244321}">
                <p14:modId xmlns:p14="http://schemas.microsoft.com/office/powerpoint/2010/main" val="4188730658"/>
              </p:ext>
            </p:extLst>
          </p:nvPr>
        </p:nvGraphicFramePr>
        <p:xfrm>
          <a:off x="826852" y="1216845"/>
          <a:ext cx="10711774" cy="4854500"/>
        </p:xfrm>
        <a:graphic>
          <a:graphicData uri="http://schemas.openxmlformats.org/drawingml/2006/table">
            <a:tbl>
              <a:tblPr firstRow="1" bandRow="1">
                <a:tableStyleId>{5940675A-B579-460E-94D1-54222C63F5DA}</a:tableStyleId>
              </a:tblPr>
              <a:tblGrid>
                <a:gridCol w="4824918">
                  <a:extLst>
                    <a:ext uri="{9D8B030D-6E8A-4147-A177-3AD203B41FA5}">
                      <a16:colId xmlns:a16="http://schemas.microsoft.com/office/drawing/2014/main" val="3907927591"/>
                    </a:ext>
                  </a:extLst>
                </a:gridCol>
                <a:gridCol w="5886856">
                  <a:extLst>
                    <a:ext uri="{9D8B030D-6E8A-4147-A177-3AD203B41FA5}">
                      <a16:colId xmlns:a16="http://schemas.microsoft.com/office/drawing/2014/main" val="3586378400"/>
                    </a:ext>
                  </a:extLst>
                </a:gridCol>
              </a:tblGrid>
              <a:tr h="248508">
                <a:tc>
                  <a:txBody>
                    <a:bodyPr/>
                    <a:lstStyle/>
                    <a:p>
                      <a:pPr algn="ctr"/>
                      <a:r>
                        <a:rPr lang="en-IN" sz="1600" dirty="0"/>
                        <a:t>Challenges </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t>Overcomes</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77316774"/>
                  </a:ext>
                </a:extLst>
              </a:tr>
              <a:tr h="371744">
                <a:tc>
                  <a:txBody>
                    <a:bodyPr/>
                    <a:lstStyle/>
                    <a:p>
                      <a:pPr algn="ctr"/>
                      <a:r>
                        <a:rPr lang="en-US" sz="1600" dirty="0"/>
                        <a:t>Imbalanced dataset with very few default cases.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dirty="0"/>
                        <a:t>Applied </a:t>
                      </a:r>
                      <a:r>
                        <a:rPr lang="en-US" sz="1600" b="1" dirty="0"/>
                        <a:t>SMOTE</a:t>
                      </a:r>
                      <a:r>
                        <a:rPr lang="en-US" sz="1600" dirty="0"/>
                        <a:t> and </a:t>
                      </a:r>
                      <a:r>
                        <a:rPr lang="en-US" sz="1600" b="1" dirty="0" err="1"/>
                        <a:t>RandomOverSampler</a:t>
                      </a:r>
                      <a:r>
                        <a:rPr lang="en-US" sz="1600" dirty="0"/>
                        <a:t> to balance classes.</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20253473"/>
                  </a:ext>
                </a:extLst>
              </a:tr>
              <a:tr h="434889">
                <a:tc>
                  <a:txBody>
                    <a:bodyPr/>
                    <a:lstStyle/>
                    <a:p>
                      <a:pPr algn="ctr"/>
                      <a:r>
                        <a:rPr lang="en-US" sz="1600" dirty="0"/>
                        <a:t>Presence of noisy or irrelevant features.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dirty="0"/>
                        <a:t>Used </a:t>
                      </a:r>
                      <a:r>
                        <a:rPr lang="en-US" sz="1600" b="1" dirty="0"/>
                        <a:t>feature importance</a:t>
                      </a:r>
                      <a:r>
                        <a:rPr lang="en-US" sz="1600" dirty="0"/>
                        <a:t> from ensemble models to remove weak attributes.</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85544480"/>
                  </a:ext>
                </a:extLst>
              </a:tr>
              <a:tr h="434889">
                <a:tc>
                  <a:txBody>
                    <a:bodyPr/>
                    <a:lstStyle/>
                    <a:p>
                      <a:pPr algn="ctr"/>
                      <a:r>
                        <a:rPr lang="en-IN" sz="1600" dirty="0"/>
                        <a:t>Overfitting during model training.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dirty="0"/>
                        <a:t>Applied </a:t>
                      </a:r>
                      <a:r>
                        <a:rPr lang="en-US" sz="1600" b="1" dirty="0"/>
                        <a:t>cross-validation</a:t>
                      </a:r>
                      <a:r>
                        <a:rPr lang="en-US" sz="1600" dirty="0"/>
                        <a:t>, </a:t>
                      </a:r>
                      <a:r>
                        <a:rPr lang="en-US" sz="1600" b="1" dirty="0"/>
                        <a:t>hyperparameter tuning</a:t>
                      </a:r>
                      <a:r>
                        <a:rPr lang="en-US" sz="1600" dirty="0"/>
                        <a:t>, and </a:t>
                      </a:r>
                      <a:r>
                        <a:rPr lang="en-US" sz="1600" b="1" dirty="0"/>
                        <a:t>early stopping</a:t>
                      </a:r>
                      <a:r>
                        <a:rPr lang="en-US" sz="1600" dirty="0"/>
                        <a:t>.</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5457659"/>
                  </a:ext>
                </a:extLst>
              </a:tr>
              <a:tr h="434889">
                <a:tc>
                  <a:txBody>
                    <a:bodyPr/>
                    <a:lstStyle/>
                    <a:p>
                      <a:pPr algn="ctr"/>
                      <a:r>
                        <a:rPr lang="en-US" sz="1600" dirty="0"/>
                        <a:t>Missing and inconsistent data values.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dirty="0"/>
                        <a:t>Performed </a:t>
                      </a:r>
                      <a:r>
                        <a:rPr lang="en-US" sz="1600" b="1" dirty="0"/>
                        <a:t>data cleaning, imputation</a:t>
                      </a:r>
                      <a:r>
                        <a:rPr lang="en-US" sz="1600" dirty="0"/>
                        <a:t>, and </a:t>
                      </a:r>
                      <a:r>
                        <a:rPr lang="en-US" sz="1600" b="1" dirty="0"/>
                        <a:t>encoding</a:t>
                      </a:r>
                      <a:r>
                        <a:rPr lang="en-US" sz="1600" dirty="0"/>
                        <a:t> for uniformity.</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59243704"/>
                  </a:ext>
                </a:extLst>
              </a:tr>
              <a:tr h="434889">
                <a:tc>
                  <a:txBody>
                    <a:bodyPr/>
                    <a:lstStyle/>
                    <a:p>
                      <a:pPr algn="ctr"/>
                      <a:r>
                        <a:rPr lang="en-IN" sz="1600" dirty="0"/>
                        <a:t>Lack of model interpretability.</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dirty="0"/>
                        <a:t>Used </a:t>
                      </a:r>
                      <a:r>
                        <a:rPr lang="en-US" sz="1600" b="1" dirty="0"/>
                        <a:t>SHAP</a:t>
                      </a:r>
                      <a:r>
                        <a:rPr lang="en-US" sz="1600" dirty="0"/>
                        <a:t> and </a:t>
                      </a:r>
                      <a:r>
                        <a:rPr lang="en-US" sz="1600" b="1" dirty="0"/>
                        <a:t>feature importance</a:t>
                      </a:r>
                      <a:r>
                        <a:rPr lang="en-US" sz="1600" dirty="0"/>
                        <a:t> for explainable predictions.</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7831997"/>
                  </a:ext>
                </a:extLst>
              </a:tr>
              <a:tr h="434889">
                <a:tc>
                  <a:txBody>
                    <a:bodyPr/>
                    <a:lstStyle/>
                    <a:p>
                      <a:pPr algn="ctr">
                        <a:buNone/>
                      </a:pPr>
                      <a:r>
                        <a:rPr lang="en-US" sz="1600" dirty="0"/>
                        <a:t>Accuracy metric misleading due to imbalance.</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dirty="0"/>
                        <a:t>Adopted </a:t>
                      </a:r>
                      <a:r>
                        <a:rPr lang="en-US" sz="1600" b="1" dirty="0"/>
                        <a:t>Precision, Recall, F1-score</a:t>
                      </a:r>
                      <a:r>
                        <a:rPr lang="en-US" sz="1600" dirty="0"/>
                        <a:t>, and </a:t>
                      </a:r>
                      <a:r>
                        <a:rPr lang="en-US" sz="1600" b="1" dirty="0"/>
                        <a:t>ROC-AUC</a:t>
                      </a:r>
                      <a:r>
                        <a:rPr lang="en-US" sz="1600" dirty="0"/>
                        <a:t> for fair evaluation.</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35443378"/>
                  </a:ext>
                </a:extLst>
              </a:tr>
              <a:tr h="248508">
                <a:tc>
                  <a:txBody>
                    <a:bodyPr/>
                    <a:lstStyle/>
                    <a:p>
                      <a:pPr algn="ctr">
                        <a:buNone/>
                      </a:pPr>
                      <a:r>
                        <a:rPr lang="en-US" sz="1600" dirty="0"/>
                        <a:t>High computational cost of boosting models.</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dirty="0"/>
                        <a:t>Reduced model complexity and optimized parameters.</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55547257"/>
                  </a:ext>
                </a:extLst>
              </a:tr>
              <a:tr h="434889">
                <a:tc>
                  <a:txBody>
                    <a:bodyPr/>
                    <a:lstStyle/>
                    <a:p>
                      <a:pPr algn="ctr">
                        <a:buNone/>
                      </a:pPr>
                      <a:r>
                        <a:rPr lang="en-US" sz="1600" dirty="0"/>
                        <a:t>Default 0.5 threshold not cost-effective.</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b="1" dirty="0"/>
                        <a:t>Calibrated probabilities</a:t>
                      </a:r>
                      <a:r>
                        <a:rPr lang="en-US" sz="1600" dirty="0"/>
                        <a:t> and adjusted classification threshold.</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86316365"/>
                  </a:ext>
                </a:extLst>
              </a:tr>
              <a:tr h="248508">
                <a:tc>
                  <a:txBody>
                    <a:bodyPr/>
                    <a:lstStyle/>
                    <a:p>
                      <a:pPr algn="ctr">
                        <a:buNone/>
                      </a:pPr>
                      <a:r>
                        <a:rPr lang="en-US" sz="1600" dirty="0"/>
                        <a:t>Data leakage risk during preprocessing.</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dirty="0"/>
                        <a:t>Applied </a:t>
                      </a:r>
                      <a:r>
                        <a:rPr lang="en-US" sz="1600" b="1" dirty="0"/>
                        <a:t>pipeline-based CV</a:t>
                      </a:r>
                      <a:r>
                        <a:rPr lang="en-US" sz="1600" dirty="0"/>
                        <a:t> to prevent leakage.</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63598246"/>
                  </a:ext>
                </a:extLst>
              </a:tr>
              <a:tr h="434889">
                <a:tc>
                  <a:txBody>
                    <a:bodyPr/>
                    <a:lstStyle/>
                    <a:p>
                      <a:pPr algn="ctr">
                        <a:buNone/>
                      </a:pPr>
                      <a:r>
                        <a:rPr lang="en-US" sz="1600" dirty="0"/>
                        <a:t>Inconsistent results across borrower profiles.</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600" dirty="0"/>
                        <a:t>Used </a:t>
                      </a:r>
                      <a:r>
                        <a:rPr lang="en-US" sz="1600" b="1" dirty="0"/>
                        <a:t>ensemble stacking and bagging</a:t>
                      </a:r>
                      <a:r>
                        <a:rPr lang="en-US" sz="1600" dirty="0"/>
                        <a:t> for better generalization.</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4429882"/>
                  </a:ext>
                </a:extLst>
              </a:tr>
            </a:tbl>
          </a:graphicData>
        </a:graphic>
      </p:graphicFrame>
      <p:sp>
        <p:nvSpPr>
          <p:cNvPr id="3" name="Date Placeholder 2">
            <a:extLst>
              <a:ext uri="{FF2B5EF4-FFF2-40B4-BE49-F238E27FC236}">
                <a16:creationId xmlns:a16="http://schemas.microsoft.com/office/drawing/2014/main" id="{13FE69D6-A0BC-753D-A477-083EEF329EA1}"/>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05C6D2B9-31E0-FAD5-FF8E-944A3A8E5292}"/>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3801765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E96C18-72CC-E760-7299-3EF370034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2CFDB637-B8C5-21C3-2B9B-ADC0C6D3B71E}"/>
              </a:ext>
            </a:extLst>
          </p:cNvPr>
          <p:cNvSpPr txBox="1"/>
          <p:nvPr/>
        </p:nvSpPr>
        <p:spPr>
          <a:xfrm>
            <a:off x="3048811" y="753027"/>
            <a:ext cx="6094378"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Implementation</a:t>
            </a:r>
            <a:endParaRPr lang="en-IN" sz="2800" dirty="0"/>
          </a:p>
        </p:txBody>
      </p:sp>
      <p:pic>
        <p:nvPicPr>
          <p:cNvPr id="5" name="Picture 4">
            <a:extLst>
              <a:ext uri="{FF2B5EF4-FFF2-40B4-BE49-F238E27FC236}">
                <a16:creationId xmlns:a16="http://schemas.microsoft.com/office/drawing/2014/main" id="{79022610-A6EE-BAC9-43DC-B38B993081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821" y="1276247"/>
            <a:ext cx="11274358" cy="5046732"/>
          </a:xfrm>
          <a:prstGeom prst="rect">
            <a:avLst/>
          </a:prstGeom>
          <a:ln w="19050">
            <a:solidFill>
              <a:schemeClr val="tx1"/>
            </a:solidFill>
          </a:ln>
        </p:spPr>
      </p:pic>
      <p:sp>
        <p:nvSpPr>
          <p:cNvPr id="3" name="Date Placeholder 2">
            <a:extLst>
              <a:ext uri="{FF2B5EF4-FFF2-40B4-BE49-F238E27FC236}">
                <a16:creationId xmlns:a16="http://schemas.microsoft.com/office/drawing/2014/main" id="{B8FDB91B-2B07-DAA7-51D5-932B74ABD89D}"/>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FE996E80-C6A8-7F59-9D79-7E2234605BA4}"/>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17221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B53283-448A-D191-C9E6-DCCCB8B5C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735CA4A8-8797-9259-CE2B-B72D34D19B4D}"/>
              </a:ext>
            </a:extLst>
          </p:cNvPr>
          <p:cNvSpPr txBox="1"/>
          <p:nvPr/>
        </p:nvSpPr>
        <p:spPr>
          <a:xfrm>
            <a:off x="3048811" y="858995"/>
            <a:ext cx="6094378" cy="369332"/>
          </a:xfrm>
          <a:prstGeom prst="rect">
            <a:avLst/>
          </a:prstGeom>
          <a:noFill/>
        </p:spPr>
        <p:txBody>
          <a:bodyPr wrap="square">
            <a:spAutoFit/>
          </a:bodyPr>
          <a:lstStyle/>
          <a:p>
            <a:pPr marL="0" algn="ctr" rtl="0" eaLnBrk="1" latinLnBrk="0" hangingPunct="1">
              <a:buNone/>
            </a:pPr>
            <a:r>
              <a:rPr lang="en-US" sz="1800" b="1" kern="1200" dirty="0">
                <a:solidFill>
                  <a:srgbClr val="000000"/>
                </a:solidFill>
                <a:effectLst/>
                <a:latin typeface="Times New Roman" panose="02020603050405020304" pitchFamily="18" charset="0"/>
                <a:ea typeface="+mn-ea"/>
                <a:cs typeface="Times New Roman" panose="02020603050405020304" pitchFamily="18" charset="0"/>
              </a:rPr>
              <a:t>Implementation of Frontend</a:t>
            </a:r>
            <a:endParaRPr lang="en-IN" sz="1800" dirty="0">
              <a:effectLst/>
            </a:endParaRPr>
          </a:p>
        </p:txBody>
      </p:sp>
      <p:pic>
        <p:nvPicPr>
          <p:cNvPr id="6" name="Picture 5">
            <a:extLst>
              <a:ext uri="{FF2B5EF4-FFF2-40B4-BE49-F238E27FC236}">
                <a16:creationId xmlns:a16="http://schemas.microsoft.com/office/drawing/2014/main" id="{26A2EE1C-F59C-52E0-8EC7-62A9046745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383" y="1332688"/>
            <a:ext cx="11128444" cy="4979463"/>
          </a:xfrm>
          <a:prstGeom prst="rect">
            <a:avLst/>
          </a:prstGeom>
          <a:ln w="19050">
            <a:solidFill>
              <a:schemeClr val="tx1"/>
            </a:solidFill>
          </a:ln>
        </p:spPr>
      </p:pic>
      <p:sp>
        <p:nvSpPr>
          <p:cNvPr id="3" name="Date Placeholder 2">
            <a:extLst>
              <a:ext uri="{FF2B5EF4-FFF2-40B4-BE49-F238E27FC236}">
                <a16:creationId xmlns:a16="http://schemas.microsoft.com/office/drawing/2014/main" id="{504E030E-9182-884F-2988-1B80FB3664BB}"/>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51F2AB79-9A6E-23D5-D5DD-0A8F6B2B26EA}"/>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1751162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1D1533-2B08-879B-6B9D-917312058C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3" name="TextBox 2">
            <a:extLst>
              <a:ext uri="{FF2B5EF4-FFF2-40B4-BE49-F238E27FC236}">
                <a16:creationId xmlns:a16="http://schemas.microsoft.com/office/drawing/2014/main" id="{06248A37-BD2E-8728-B0D0-744372A93397}"/>
              </a:ext>
            </a:extLst>
          </p:cNvPr>
          <p:cNvSpPr txBox="1"/>
          <p:nvPr/>
        </p:nvSpPr>
        <p:spPr>
          <a:xfrm>
            <a:off x="3048811" y="858995"/>
            <a:ext cx="6094378" cy="369332"/>
          </a:xfrm>
          <a:prstGeom prst="rect">
            <a:avLst/>
          </a:prstGeom>
          <a:noFill/>
        </p:spPr>
        <p:txBody>
          <a:bodyPr wrap="square">
            <a:spAutoFit/>
          </a:bodyPr>
          <a:lstStyle/>
          <a:p>
            <a:pPr marL="0" algn="ctr" rtl="0" eaLnBrk="1" latinLnBrk="0" hangingPunct="1">
              <a:buNone/>
            </a:pPr>
            <a:r>
              <a:rPr lang="en-US" sz="1800" b="1" kern="1200" dirty="0">
                <a:solidFill>
                  <a:srgbClr val="000000"/>
                </a:solidFill>
                <a:effectLst/>
                <a:latin typeface="Times New Roman" panose="02020603050405020304" pitchFamily="18" charset="0"/>
                <a:ea typeface="+mn-ea"/>
                <a:cs typeface="Times New Roman" panose="02020603050405020304" pitchFamily="18" charset="0"/>
              </a:rPr>
              <a:t>Implementation of Frontend</a:t>
            </a:r>
            <a:endParaRPr lang="en-IN" sz="1800" dirty="0">
              <a:effectLst/>
            </a:endParaRPr>
          </a:p>
        </p:txBody>
      </p:sp>
      <p:pic>
        <p:nvPicPr>
          <p:cNvPr id="5" name="Picture 4">
            <a:extLst>
              <a:ext uri="{FF2B5EF4-FFF2-40B4-BE49-F238E27FC236}">
                <a16:creationId xmlns:a16="http://schemas.microsoft.com/office/drawing/2014/main" id="{DB1EE92E-3634-97D3-12B6-4D06E928E4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323" y="1228327"/>
            <a:ext cx="11167353" cy="4851461"/>
          </a:xfrm>
          <a:prstGeom prst="rect">
            <a:avLst/>
          </a:prstGeom>
          <a:ln w="19050">
            <a:solidFill>
              <a:schemeClr val="tx1"/>
            </a:solidFill>
          </a:ln>
        </p:spPr>
      </p:pic>
      <p:sp>
        <p:nvSpPr>
          <p:cNvPr id="4" name="Date Placeholder 3">
            <a:extLst>
              <a:ext uri="{FF2B5EF4-FFF2-40B4-BE49-F238E27FC236}">
                <a16:creationId xmlns:a16="http://schemas.microsoft.com/office/drawing/2014/main" id="{6D4A9F22-20E4-D43E-5D28-554C251219D5}"/>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C51425F5-49C0-5117-4315-EC9A9D64C811}"/>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1630253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28359A-7C8A-AF58-8FEE-16CE233EB6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3" name="TextBox 2">
            <a:extLst>
              <a:ext uri="{FF2B5EF4-FFF2-40B4-BE49-F238E27FC236}">
                <a16:creationId xmlns:a16="http://schemas.microsoft.com/office/drawing/2014/main" id="{BB15F6F6-D87D-FC01-E5E3-FD1AC5354B93}"/>
              </a:ext>
            </a:extLst>
          </p:cNvPr>
          <p:cNvSpPr txBox="1"/>
          <p:nvPr/>
        </p:nvSpPr>
        <p:spPr>
          <a:xfrm>
            <a:off x="3048811" y="858995"/>
            <a:ext cx="6094378" cy="369332"/>
          </a:xfrm>
          <a:prstGeom prst="rect">
            <a:avLst/>
          </a:prstGeom>
          <a:noFill/>
        </p:spPr>
        <p:txBody>
          <a:bodyPr wrap="square">
            <a:spAutoFit/>
          </a:bodyPr>
          <a:lstStyle/>
          <a:p>
            <a:pPr marL="0" algn="ctr" rtl="0" eaLnBrk="1" latinLnBrk="0" hangingPunct="1">
              <a:buNone/>
            </a:pPr>
            <a:r>
              <a:rPr lang="en-US" sz="1800" b="1" kern="1200" dirty="0">
                <a:solidFill>
                  <a:srgbClr val="000000"/>
                </a:solidFill>
                <a:effectLst/>
                <a:latin typeface="Times New Roman" panose="02020603050405020304" pitchFamily="18" charset="0"/>
                <a:ea typeface="+mn-ea"/>
                <a:cs typeface="Times New Roman" panose="02020603050405020304" pitchFamily="18" charset="0"/>
              </a:rPr>
              <a:t>Implementation of Frontend</a:t>
            </a:r>
            <a:endParaRPr lang="en-IN" sz="1800" dirty="0">
              <a:effectLst/>
            </a:endParaRPr>
          </a:p>
        </p:txBody>
      </p:sp>
      <p:pic>
        <p:nvPicPr>
          <p:cNvPr id="5" name="Picture 4">
            <a:extLst>
              <a:ext uri="{FF2B5EF4-FFF2-40B4-BE49-F238E27FC236}">
                <a16:creationId xmlns:a16="http://schemas.microsoft.com/office/drawing/2014/main" id="{89B0BBB6-BE5D-5AC1-A5F5-5F4F3DCC8F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68" y="1228326"/>
            <a:ext cx="10232655" cy="5162745"/>
          </a:xfrm>
          <a:prstGeom prst="rect">
            <a:avLst/>
          </a:prstGeom>
          <a:ln w="19050">
            <a:solidFill>
              <a:schemeClr val="tx1"/>
            </a:solidFill>
          </a:ln>
        </p:spPr>
      </p:pic>
      <p:sp>
        <p:nvSpPr>
          <p:cNvPr id="4" name="Date Placeholder 3">
            <a:extLst>
              <a:ext uri="{FF2B5EF4-FFF2-40B4-BE49-F238E27FC236}">
                <a16:creationId xmlns:a16="http://schemas.microsoft.com/office/drawing/2014/main" id="{6A808119-7623-00EB-F62D-C6150A763CE5}"/>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3E0E8BE6-1B70-9D7F-5F0D-731CC22261EA}"/>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1951490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F62743-2631-1360-73A4-B9F34CB5B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3" name="TextBox 2">
            <a:extLst>
              <a:ext uri="{FF2B5EF4-FFF2-40B4-BE49-F238E27FC236}">
                <a16:creationId xmlns:a16="http://schemas.microsoft.com/office/drawing/2014/main" id="{3E63F067-51B7-4668-38F9-E699049ABC84}"/>
              </a:ext>
            </a:extLst>
          </p:cNvPr>
          <p:cNvSpPr txBox="1"/>
          <p:nvPr/>
        </p:nvSpPr>
        <p:spPr>
          <a:xfrm>
            <a:off x="3048811" y="858995"/>
            <a:ext cx="6094378" cy="369332"/>
          </a:xfrm>
          <a:prstGeom prst="rect">
            <a:avLst/>
          </a:prstGeom>
          <a:noFill/>
        </p:spPr>
        <p:txBody>
          <a:bodyPr wrap="square">
            <a:spAutoFit/>
          </a:bodyPr>
          <a:lstStyle/>
          <a:p>
            <a:pPr marL="0" algn="ctr" rtl="0" eaLnBrk="1" latinLnBrk="0" hangingPunct="1">
              <a:buNone/>
            </a:pPr>
            <a:r>
              <a:rPr lang="en-US" sz="1800" b="1" kern="1200" dirty="0">
                <a:solidFill>
                  <a:srgbClr val="000000"/>
                </a:solidFill>
                <a:effectLst/>
                <a:latin typeface="Times New Roman" panose="02020603050405020304" pitchFamily="18" charset="0"/>
                <a:ea typeface="+mn-ea"/>
                <a:cs typeface="Times New Roman" panose="02020603050405020304" pitchFamily="18" charset="0"/>
              </a:rPr>
              <a:t>Implementation of Frontend</a:t>
            </a:r>
            <a:endParaRPr lang="en-IN" sz="1800" dirty="0">
              <a:effectLst/>
            </a:endParaRPr>
          </a:p>
        </p:txBody>
      </p:sp>
      <p:pic>
        <p:nvPicPr>
          <p:cNvPr id="5" name="Picture 4">
            <a:extLst>
              <a:ext uri="{FF2B5EF4-FFF2-40B4-BE49-F238E27FC236}">
                <a16:creationId xmlns:a16="http://schemas.microsoft.com/office/drawing/2014/main" id="{D69737BF-A460-CBC7-22CB-5C0921A933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302" y="1228327"/>
            <a:ext cx="10544783" cy="5046014"/>
          </a:xfrm>
          <a:prstGeom prst="rect">
            <a:avLst/>
          </a:prstGeom>
          <a:ln w="19050">
            <a:solidFill>
              <a:schemeClr val="tx1"/>
            </a:solidFill>
          </a:ln>
        </p:spPr>
      </p:pic>
      <p:sp>
        <p:nvSpPr>
          <p:cNvPr id="4" name="Date Placeholder 3">
            <a:extLst>
              <a:ext uri="{FF2B5EF4-FFF2-40B4-BE49-F238E27FC236}">
                <a16:creationId xmlns:a16="http://schemas.microsoft.com/office/drawing/2014/main" id="{E558FE5C-A41C-95B4-4D05-AF4048A661F9}"/>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D49D8496-EEB8-8336-650E-1249BDFCB7C9}"/>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1715767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2DF7F2-7034-DFAB-7EE3-D8D3C4241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2AAAD6DC-8798-CE4C-FF40-6AE2F68B6B75}"/>
              </a:ext>
            </a:extLst>
          </p:cNvPr>
          <p:cNvSpPr txBox="1"/>
          <p:nvPr/>
        </p:nvSpPr>
        <p:spPr>
          <a:xfrm>
            <a:off x="3048811" y="858995"/>
            <a:ext cx="609437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Results and Analysis </a:t>
            </a:r>
          </a:p>
        </p:txBody>
      </p:sp>
      <p:graphicFrame>
        <p:nvGraphicFramePr>
          <p:cNvPr id="5" name="Table 4">
            <a:extLst>
              <a:ext uri="{FF2B5EF4-FFF2-40B4-BE49-F238E27FC236}">
                <a16:creationId xmlns:a16="http://schemas.microsoft.com/office/drawing/2014/main" id="{1B141B86-56CC-C172-3E9C-736FD16A2CF1}"/>
              </a:ext>
            </a:extLst>
          </p:cNvPr>
          <p:cNvGraphicFramePr>
            <a:graphicFrameLocks noGrp="1"/>
          </p:cNvGraphicFramePr>
          <p:nvPr>
            <p:extLst>
              <p:ext uri="{D42A27DB-BD31-4B8C-83A1-F6EECF244321}">
                <p14:modId xmlns:p14="http://schemas.microsoft.com/office/powerpoint/2010/main" val="3913806100"/>
              </p:ext>
            </p:extLst>
          </p:nvPr>
        </p:nvGraphicFramePr>
        <p:xfrm>
          <a:off x="894945" y="1382215"/>
          <a:ext cx="10145949" cy="5107702"/>
        </p:xfrm>
        <a:graphic>
          <a:graphicData uri="http://schemas.openxmlformats.org/drawingml/2006/table">
            <a:tbl>
              <a:tblPr>
                <a:tableStyleId>{5940675A-B579-460E-94D1-54222C63F5DA}</a:tableStyleId>
              </a:tblPr>
              <a:tblGrid>
                <a:gridCol w="3355935">
                  <a:extLst>
                    <a:ext uri="{9D8B030D-6E8A-4147-A177-3AD203B41FA5}">
                      <a16:colId xmlns:a16="http://schemas.microsoft.com/office/drawing/2014/main" val="147955125"/>
                    </a:ext>
                  </a:extLst>
                </a:gridCol>
                <a:gridCol w="3395007">
                  <a:extLst>
                    <a:ext uri="{9D8B030D-6E8A-4147-A177-3AD203B41FA5}">
                      <a16:colId xmlns:a16="http://schemas.microsoft.com/office/drawing/2014/main" val="912318257"/>
                    </a:ext>
                  </a:extLst>
                </a:gridCol>
                <a:gridCol w="3395007">
                  <a:extLst>
                    <a:ext uri="{9D8B030D-6E8A-4147-A177-3AD203B41FA5}">
                      <a16:colId xmlns:a16="http://schemas.microsoft.com/office/drawing/2014/main" val="409725121"/>
                    </a:ext>
                  </a:extLst>
                </a:gridCol>
              </a:tblGrid>
              <a:tr h="295062">
                <a:tc>
                  <a:txBody>
                    <a:bodyPr/>
                    <a:lstStyle/>
                    <a:p>
                      <a:pPr algn="ctr">
                        <a:buNone/>
                      </a:pPr>
                      <a:r>
                        <a:rPr lang="en-IN" sz="1600" b="1" dirty="0">
                          <a:latin typeface="Times New Roman" panose="02020603050405020304" pitchFamily="18" charset="0"/>
                          <a:cs typeface="Times New Roman" panose="02020603050405020304" pitchFamily="18" charset="0"/>
                        </a:rPr>
                        <a:t>Metric / Parameter</a:t>
                      </a:r>
                      <a:endParaRPr lang="en-IN" sz="1600" dirty="0">
                        <a:latin typeface="Times New Roman" panose="02020603050405020304" pitchFamily="18" charset="0"/>
                        <a:cs typeface="Times New Roman" panose="02020603050405020304" pitchFamily="18" charset="0"/>
                      </a:endParaRPr>
                    </a:p>
                  </a:txBody>
                  <a:tcPr marL="66944" marR="66944" marT="33472" marB="33472" anchor="ctr"/>
                </a:tc>
                <a:tc>
                  <a:txBody>
                    <a:bodyPr/>
                    <a:lstStyle/>
                    <a:p>
                      <a:pPr algn="ctr">
                        <a:buNone/>
                      </a:pPr>
                      <a:r>
                        <a:rPr lang="en-IN" sz="1600" b="1">
                          <a:latin typeface="Times New Roman" panose="02020603050405020304" pitchFamily="18" charset="0"/>
                          <a:cs typeface="Times New Roman" panose="02020603050405020304" pitchFamily="18" charset="0"/>
                        </a:rPr>
                        <a:t>Description / Observation</a:t>
                      </a:r>
                      <a:endParaRPr lang="en-IN" sz="1600">
                        <a:latin typeface="Times New Roman" panose="02020603050405020304" pitchFamily="18" charset="0"/>
                        <a:cs typeface="Times New Roman" panose="02020603050405020304" pitchFamily="18" charset="0"/>
                      </a:endParaRPr>
                    </a:p>
                  </a:txBody>
                  <a:tcPr marL="66944" marR="66944" marT="33472" marB="33472" anchor="ctr"/>
                </a:tc>
                <a:tc>
                  <a:txBody>
                    <a:bodyPr/>
                    <a:lstStyle/>
                    <a:p>
                      <a:pPr algn="ctr">
                        <a:buNone/>
                      </a:pPr>
                      <a:r>
                        <a:rPr lang="en-IN" sz="1600" b="1">
                          <a:latin typeface="Times New Roman" panose="02020603050405020304" pitchFamily="18" charset="0"/>
                          <a:cs typeface="Times New Roman" panose="02020603050405020304" pitchFamily="18" charset="0"/>
                        </a:rPr>
                        <a:t>Result</a:t>
                      </a:r>
                      <a:endParaRPr lang="en-IN" sz="1600">
                        <a:latin typeface="Times New Roman" panose="02020603050405020304" pitchFamily="18" charset="0"/>
                        <a:cs typeface="Times New Roman" panose="02020603050405020304" pitchFamily="18" charset="0"/>
                      </a:endParaRPr>
                    </a:p>
                  </a:txBody>
                  <a:tcPr marL="66944" marR="66944" marT="33472" marB="33472" anchor="ctr"/>
                </a:tc>
                <a:extLst>
                  <a:ext uri="{0D108BD9-81ED-4DB2-BD59-A6C34878D82A}">
                    <a16:rowId xmlns:a16="http://schemas.microsoft.com/office/drawing/2014/main" val="1122332575"/>
                  </a:ext>
                </a:extLst>
              </a:tr>
              <a:tr h="737654">
                <a:tc>
                  <a:txBody>
                    <a:bodyPr/>
                    <a:lstStyle/>
                    <a:p>
                      <a:pPr algn="ctr">
                        <a:buNone/>
                      </a:pPr>
                      <a:r>
                        <a:rPr lang="en-IN" sz="1600" b="1" dirty="0">
                          <a:latin typeface="Times New Roman" panose="02020603050405020304" pitchFamily="18" charset="0"/>
                          <a:cs typeface="Times New Roman" panose="02020603050405020304" pitchFamily="18" charset="0"/>
                        </a:rPr>
                        <a:t>Classification Accuracy (Test Set)</a:t>
                      </a:r>
                      <a:endParaRPr lang="en-IN" sz="1600" dirty="0">
                        <a:latin typeface="Times New Roman" panose="02020603050405020304" pitchFamily="18" charset="0"/>
                        <a:cs typeface="Times New Roman" panose="02020603050405020304" pitchFamily="18" charset="0"/>
                      </a:endParaRPr>
                    </a:p>
                  </a:txBody>
                  <a:tcPr marL="66944" marR="66944" marT="33472" marB="33472" anchor="ctr"/>
                </a:tc>
                <a:tc>
                  <a:txBody>
                    <a:bodyPr/>
                    <a:lstStyle/>
                    <a:p>
                      <a:pPr algn="ctr">
                        <a:buNone/>
                      </a:pPr>
                      <a:r>
                        <a:rPr lang="en-US" sz="1600">
                          <a:latin typeface="Times New Roman" panose="02020603050405020304" pitchFamily="18" charset="0"/>
                          <a:cs typeface="Times New Roman" panose="02020603050405020304" pitchFamily="18" charset="0"/>
                        </a:rPr>
                        <a:t>Accuracy achieved by the optimized model in predicting loan default on test data</a:t>
                      </a:r>
                    </a:p>
                  </a:txBody>
                  <a:tcPr marL="66944" marR="66944" marT="33472" marB="33472" anchor="ctr"/>
                </a:tc>
                <a:tc>
                  <a:txBody>
                    <a:bodyPr/>
                    <a:lstStyle/>
                    <a:p>
                      <a:pPr algn="ctr">
                        <a:buNone/>
                      </a:pPr>
                      <a:r>
                        <a:rPr lang="en-IN" sz="1600" b="1">
                          <a:latin typeface="Times New Roman" panose="02020603050405020304" pitchFamily="18" charset="0"/>
                          <a:cs typeface="Times New Roman" panose="02020603050405020304" pitchFamily="18" charset="0"/>
                        </a:rPr>
                        <a:t>95.4%</a:t>
                      </a:r>
                      <a:endParaRPr lang="en-IN" sz="1600">
                        <a:latin typeface="Times New Roman" panose="02020603050405020304" pitchFamily="18" charset="0"/>
                        <a:cs typeface="Times New Roman" panose="02020603050405020304" pitchFamily="18" charset="0"/>
                      </a:endParaRPr>
                    </a:p>
                  </a:txBody>
                  <a:tcPr marL="66944" marR="66944" marT="33472" marB="33472" anchor="ctr"/>
                </a:tc>
                <a:extLst>
                  <a:ext uri="{0D108BD9-81ED-4DB2-BD59-A6C34878D82A}">
                    <a16:rowId xmlns:a16="http://schemas.microsoft.com/office/drawing/2014/main" val="685114558"/>
                  </a:ext>
                </a:extLst>
              </a:tr>
              <a:tr h="737654">
                <a:tc>
                  <a:txBody>
                    <a:bodyPr/>
                    <a:lstStyle/>
                    <a:p>
                      <a:pPr algn="ctr">
                        <a:buNone/>
                      </a:pPr>
                      <a:r>
                        <a:rPr lang="en-IN" sz="1600" b="1" dirty="0">
                          <a:latin typeface="Times New Roman" panose="02020603050405020304" pitchFamily="18" charset="0"/>
                          <a:cs typeface="Times New Roman" panose="02020603050405020304" pitchFamily="18" charset="0"/>
                        </a:rPr>
                        <a:t>Validation Accuracy</a:t>
                      </a:r>
                      <a:endParaRPr lang="en-IN" sz="1600" dirty="0">
                        <a:latin typeface="Times New Roman" panose="02020603050405020304" pitchFamily="18" charset="0"/>
                        <a:cs typeface="Times New Roman" panose="02020603050405020304" pitchFamily="18" charset="0"/>
                      </a:endParaRPr>
                    </a:p>
                  </a:txBody>
                  <a:tcPr marL="66944" marR="66944" marT="33472" marB="33472" anchor="ctr"/>
                </a:tc>
                <a:tc>
                  <a:txBody>
                    <a:bodyPr/>
                    <a:lstStyle/>
                    <a:p>
                      <a:pPr algn="ctr">
                        <a:buNone/>
                      </a:pPr>
                      <a:r>
                        <a:rPr lang="en-US" sz="1600">
                          <a:latin typeface="Times New Roman" panose="02020603050405020304" pitchFamily="18" charset="0"/>
                          <a:cs typeface="Times New Roman" panose="02020603050405020304" pitchFamily="18" charset="0"/>
                        </a:rPr>
                        <a:t>Model’s performance on unseen validation samples to ensure generalization</a:t>
                      </a:r>
                    </a:p>
                  </a:txBody>
                  <a:tcPr marL="66944" marR="66944" marT="33472" marB="33472" anchor="ctr"/>
                </a:tc>
                <a:tc>
                  <a:txBody>
                    <a:bodyPr/>
                    <a:lstStyle/>
                    <a:p>
                      <a:pPr algn="ctr">
                        <a:buNone/>
                      </a:pPr>
                      <a:r>
                        <a:rPr lang="en-IN" sz="1600" b="1">
                          <a:latin typeface="Times New Roman" panose="02020603050405020304" pitchFamily="18" charset="0"/>
                          <a:cs typeface="Times New Roman" panose="02020603050405020304" pitchFamily="18" charset="0"/>
                        </a:rPr>
                        <a:t>93.8%</a:t>
                      </a:r>
                      <a:endParaRPr lang="en-IN" sz="1600">
                        <a:latin typeface="Times New Roman" panose="02020603050405020304" pitchFamily="18" charset="0"/>
                        <a:cs typeface="Times New Roman" panose="02020603050405020304" pitchFamily="18" charset="0"/>
                      </a:endParaRPr>
                    </a:p>
                  </a:txBody>
                  <a:tcPr marL="66944" marR="66944" marT="33472" marB="33472" anchor="ctr"/>
                </a:tc>
                <a:extLst>
                  <a:ext uri="{0D108BD9-81ED-4DB2-BD59-A6C34878D82A}">
                    <a16:rowId xmlns:a16="http://schemas.microsoft.com/office/drawing/2014/main" val="1893802287"/>
                  </a:ext>
                </a:extLst>
              </a:tr>
              <a:tr h="516358">
                <a:tc>
                  <a:txBody>
                    <a:bodyPr/>
                    <a:lstStyle/>
                    <a:p>
                      <a:pPr algn="ctr">
                        <a:buNone/>
                      </a:pPr>
                      <a:r>
                        <a:rPr lang="en-IN" sz="1600" b="1">
                          <a:latin typeface="Times New Roman" panose="02020603050405020304" pitchFamily="18" charset="0"/>
                          <a:cs typeface="Times New Roman" panose="02020603050405020304" pitchFamily="18" charset="0"/>
                        </a:rPr>
                        <a:t>Precision</a:t>
                      </a:r>
                      <a:endParaRPr lang="en-IN" sz="1600">
                        <a:latin typeface="Times New Roman" panose="02020603050405020304" pitchFamily="18" charset="0"/>
                        <a:cs typeface="Times New Roman" panose="02020603050405020304" pitchFamily="18" charset="0"/>
                      </a:endParaRPr>
                    </a:p>
                  </a:txBody>
                  <a:tcPr marL="66944" marR="66944" marT="33472" marB="33472" anchor="ctr"/>
                </a:tc>
                <a:tc>
                  <a:txBody>
                    <a:bodyPr/>
                    <a:lstStyle/>
                    <a:p>
                      <a:pPr algn="ctr">
                        <a:buNone/>
                      </a:pPr>
                      <a:r>
                        <a:rPr lang="en-US" sz="1600" dirty="0">
                          <a:latin typeface="Times New Roman" panose="02020603050405020304" pitchFamily="18" charset="0"/>
                          <a:cs typeface="Times New Roman" panose="02020603050405020304" pitchFamily="18" charset="0"/>
                        </a:rPr>
                        <a:t>Correctly identified defaulters among all predicted defaulters</a:t>
                      </a:r>
                    </a:p>
                  </a:txBody>
                  <a:tcPr marL="66944" marR="66944" marT="33472" marB="33472" anchor="ctr"/>
                </a:tc>
                <a:tc>
                  <a:txBody>
                    <a:bodyPr/>
                    <a:lstStyle/>
                    <a:p>
                      <a:pPr algn="ctr">
                        <a:buNone/>
                      </a:pPr>
                      <a:r>
                        <a:rPr lang="en-IN" sz="1600" b="1">
                          <a:latin typeface="Times New Roman" panose="02020603050405020304" pitchFamily="18" charset="0"/>
                          <a:cs typeface="Times New Roman" panose="02020603050405020304" pitchFamily="18" charset="0"/>
                        </a:rPr>
                        <a:t>Above 92%</a:t>
                      </a:r>
                      <a:endParaRPr lang="en-IN" sz="1600">
                        <a:latin typeface="Times New Roman" panose="02020603050405020304" pitchFamily="18" charset="0"/>
                        <a:cs typeface="Times New Roman" panose="02020603050405020304" pitchFamily="18" charset="0"/>
                      </a:endParaRPr>
                    </a:p>
                  </a:txBody>
                  <a:tcPr marL="66944" marR="66944" marT="33472" marB="33472" anchor="ctr"/>
                </a:tc>
                <a:extLst>
                  <a:ext uri="{0D108BD9-81ED-4DB2-BD59-A6C34878D82A}">
                    <a16:rowId xmlns:a16="http://schemas.microsoft.com/office/drawing/2014/main" val="1556526641"/>
                  </a:ext>
                </a:extLst>
              </a:tr>
              <a:tr h="516358">
                <a:tc>
                  <a:txBody>
                    <a:bodyPr/>
                    <a:lstStyle/>
                    <a:p>
                      <a:pPr algn="ctr">
                        <a:buNone/>
                      </a:pPr>
                      <a:r>
                        <a:rPr lang="en-IN" sz="1600" b="1">
                          <a:latin typeface="Times New Roman" panose="02020603050405020304" pitchFamily="18" charset="0"/>
                          <a:cs typeface="Times New Roman" panose="02020603050405020304" pitchFamily="18" charset="0"/>
                        </a:rPr>
                        <a:t>Recall</a:t>
                      </a:r>
                      <a:endParaRPr lang="en-IN" sz="1600">
                        <a:latin typeface="Times New Roman" panose="02020603050405020304" pitchFamily="18" charset="0"/>
                        <a:cs typeface="Times New Roman" panose="02020603050405020304" pitchFamily="18" charset="0"/>
                      </a:endParaRPr>
                    </a:p>
                  </a:txBody>
                  <a:tcPr marL="66944" marR="66944" marT="33472" marB="33472" anchor="ctr"/>
                </a:tc>
                <a:tc>
                  <a:txBody>
                    <a:bodyPr/>
                    <a:lstStyle/>
                    <a:p>
                      <a:pPr algn="ctr">
                        <a:buNone/>
                      </a:pPr>
                      <a:r>
                        <a:rPr lang="en-US" sz="1600" dirty="0">
                          <a:latin typeface="Times New Roman" panose="02020603050405020304" pitchFamily="18" charset="0"/>
                          <a:cs typeface="Times New Roman" panose="02020603050405020304" pitchFamily="18" charset="0"/>
                        </a:rPr>
                        <a:t>Model’s capability to detect all actual loan defaulters</a:t>
                      </a:r>
                    </a:p>
                  </a:txBody>
                  <a:tcPr marL="66944" marR="66944" marT="33472" marB="33472" anchor="ctr"/>
                </a:tc>
                <a:tc>
                  <a:txBody>
                    <a:bodyPr/>
                    <a:lstStyle/>
                    <a:p>
                      <a:pPr algn="ctr">
                        <a:buNone/>
                      </a:pPr>
                      <a:r>
                        <a:rPr lang="en-IN" sz="1600" b="1">
                          <a:latin typeface="Times New Roman" panose="02020603050405020304" pitchFamily="18" charset="0"/>
                          <a:cs typeface="Times New Roman" panose="02020603050405020304" pitchFamily="18" charset="0"/>
                        </a:rPr>
                        <a:t>Above 90%</a:t>
                      </a:r>
                      <a:endParaRPr lang="en-IN" sz="1600">
                        <a:latin typeface="Times New Roman" panose="02020603050405020304" pitchFamily="18" charset="0"/>
                        <a:cs typeface="Times New Roman" panose="02020603050405020304" pitchFamily="18" charset="0"/>
                      </a:endParaRPr>
                    </a:p>
                  </a:txBody>
                  <a:tcPr marL="66944" marR="66944" marT="33472" marB="33472" anchor="ctr"/>
                </a:tc>
                <a:extLst>
                  <a:ext uri="{0D108BD9-81ED-4DB2-BD59-A6C34878D82A}">
                    <a16:rowId xmlns:a16="http://schemas.microsoft.com/office/drawing/2014/main" val="2140105954"/>
                  </a:ext>
                </a:extLst>
              </a:tr>
              <a:tr h="737654">
                <a:tc>
                  <a:txBody>
                    <a:bodyPr/>
                    <a:lstStyle/>
                    <a:p>
                      <a:pPr algn="ctr">
                        <a:buNone/>
                      </a:pPr>
                      <a:r>
                        <a:rPr lang="en-IN" sz="1600" b="1">
                          <a:latin typeface="Times New Roman" panose="02020603050405020304" pitchFamily="18" charset="0"/>
                          <a:cs typeface="Times New Roman" panose="02020603050405020304" pitchFamily="18" charset="0"/>
                        </a:rPr>
                        <a:t>F1-Score</a:t>
                      </a:r>
                      <a:endParaRPr lang="en-IN" sz="1600">
                        <a:latin typeface="Times New Roman" panose="02020603050405020304" pitchFamily="18" charset="0"/>
                        <a:cs typeface="Times New Roman" panose="02020603050405020304" pitchFamily="18" charset="0"/>
                      </a:endParaRPr>
                    </a:p>
                  </a:txBody>
                  <a:tcPr marL="66944" marR="66944" marT="33472" marB="33472" anchor="ctr"/>
                </a:tc>
                <a:tc>
                  <a:txBody>
                    <a:bodyPr/>
                    <a:lstStyle/>
                    <a:p>
                      <a:pPr algn="ctr">
                        <a:buNone/>
                      </a:pPr>
                      <a:r>
                        <a:rPr lang="en-US" sz="1600" dirty="0">
                          <a:latin typeface="Times New Roman" panose="02020603050405020304" pitchFamily="18" charset="0"/>
                          <a:cs typeface="Times New Roman" panose="02020603050405020304" pitchFamily="18" charset="0"/>
                        </a:rPr>
                        <a:t>Balance between precision and recall ensuring consistent predictive power</a:t>
                      </a:r>
                    </a:p>
                  </a:txBody>
                  <a:tcPr marL="66944" marR="66944" marT="33472" marB="33472" anchor="ctr"/>
                </a:tc>
                <a:tc>
                  <a:txBody>
                    <a:bodyPr/>
                    <a:lstStyle/>
                    <a:p>
                      <a:pPr algn="ctr">
                        <a:buNone/>
                      </a:pPr>
                      <a:r>
                        <a:rPr lang="en-IN" sz="1600" b="1">
                          <a:latin typeface="Times New Roman" panose="02020603050405020304" pitchFamily="18" charset="0"/>
                          <a:cs typeface="Times New Roman" panose="02020603050405020304" pitchFamily="18" charset="0"/>
                        </a:rPr>
                        <a:t>Above 91%</a:t>
                      </a:r>
                      <a:endParaRPr lang="en-IN" sz="1600">
                        <a:latin typeface="Times New Roman" panose="02020603050405020304" pitchFamily="18" charset="0"/>
                        <a:cs typeface="Times New Roman" panose="02020603050405020304" pitchFamily="18" charset="0"/>
                      </a:endParaRPr>
                    </a:p>
                  </a:txBody>
                  <a:tcPr marL="66944" marR="66944" marT="33472" marB="33472" anchor="ctr"/>
                </a:tc>
                <a:extLst>
                  <a:ext uri="{0D108BD9-81ED-4DB2-BD59-A6C34878D82A}">
                    <a16:rowId xmlns:a16="http://schemas.microsoft.com/office/drawing/2014/main" val="1462610602"/>
                  </a:ext>
                </a:extLst>
              </a:tr>
              <a:tr h="737654">
                <a:tc>
                  <a:txBody>
                    <a:bodyPr/>
                    <a:lstStyle/>
                    <a:p>
                      <a:pPr algn="ctr">
                        <a:buNone/>
                      </a:pPr>
                      <a:r>
                        <a:rPr lang="en-IN" sz="1600" b="1">
                          <a:latin typeface="Times New Roman" panose="02020603050405020304" pitchFamily="18" charset="0"/>
                          <a:cs typeface="Times New Roman" panose="02020603050405020304" pitchFamily="18" charset="0"/>
                        </a:rPr>
                        <a:t>ROC–AUC Score</a:t>
                      </a:r>
                      <a:endParaRPr lang="en-IN" sz="1600">
                        <a:latin typeface="Times New Roman" panose="02020603050405020304" pitchFamily="18" charset="0"/>
                        <a:cs typeface="Times New Roman" panose="02020603050405020304" pitchFamily="18" charset="0"/>
                      </a:endParaRPr>
                    </a:p>
                  </a:txBody>
                  <a:tcPr marL="66944" marR="66944" marT="33472" marB="33472" anchor="ctr"/>
                </a:tc>
                <a:tc>
                  <a:txBody>
                    <a:bodyPr/>
                    <a:lstStyle/>
                    <a:p>
                      <a:pPr algn="ctr">
                        <a:buNone/>
                      </a:pPr>
                      <a:r>
                        <a:rPr lang="en-US" sz="1600" dirty="0">
                          <a:latin typeface="Times New Roman" panose="02020603050405020304" pitchFamily="18" charset="0"/>
                          <a:cs typeface="Times New Roman" panose="02020603050405020304" pitchFamily="18" charset="0"/>
                        </a:rPr>
                        <a:t>Overall ability of the classifier to distinguish between defaulters and non-defaulters</a:t>
                      </a:r>
                    </a:p>
                  </a:txBody>
                  <a:tcPr marL="66944" marR="66944" marT="33472" marB="33472" anchor="ctr"/>
                </a:tc>
                <a:tc>
                  <a:txBody>
                    <a:bodyPr/>
                    <a:lstStyle/>
                    <a:p>
                      <a:pPr algn="ctr">
                        <a:buNone/>
                      </a:pPr>
                      <a:r>
                        <a:rPr lang="en-IN" sz="1600" b="1" dirty="0">
                          <a:latin typeface="Times New Roman" panose="02020603050405020304" pitchFamily="18" charset="0"/>
                          <a:cs typeface="Times New Roman" panose="02020603050405020304" pitchFamily="18" charset="0"/>
                        </a:rPr>
                        <a:t>0.96</a:t>
                      </a:r>
                      <a:endParaRPr lang="en-IN" sz="1600" dirty="0">
                        <a:latin typeface="Times New Roman" panose="02020603050405020304" pitchFamily="18" charset="0"/>
                        <a:cs typeface="Times New Roman" panose="02020603050405020304" pitchFamily="18" charset="0"/>
                      </a:endParaRPr>
                    </a:p>
                  </a:txBody>
                  <a:tcPr marL="66944" marR="66944" marT="33472" marB="33472" anchor="ctr"/>
                </a:tc>
                <a:extLst>
                  <a:ext uri="{0D108BD9-81ED-4DB2-BD59-A6C34878D82A}">
                    <a16:rowId xmlns:a16="http://schemas.microsoft.com/office/drawing/2014/main" val="1688835182"/>
                  </a:ext>
                </a:extLst>
              </a:tr>
              <a:tr h="516358">
                <a:tc>
                  <a:txBody>
                    <a:bodyPr/>
                    <a:lstStyle/>
                    <a:p>
                      <a:pPr algn="ctr">
                        <a:buNone/>
                      </a:pPr>
                      <a:r>
                        <a:rPr lang="en-IN" sz="1600" b="1">
                          <a:latin typeface="Times New Roman" panose="02020603050405020304" pitchFamily="18" charset="0"/>
                          <a:cs typeface="Times New Roman" panose="02020603050405020304" pitchFamily="18" charset="0"/>
                        </a:rPr>
                        <a:t>Execution Efficiency</a:t>
                      </a:r>
                      <a:endParaRPr lang="en-IN" sz="1600">
                        <a:latin typeface="Times New Roman" panose="02020603050405020304" pitchFamily="18" charset="0"/>
                        <a:cs typeface="Times New Roman" panose="02020603050405020304" pitchFamily="18" charset="0"/>
                      </a:endParaRPr>
                    </a:p>
                  </a:txBody>
                  <a:tcPr marL="66944" marR="66944" marT="33472" marB="33472" anchor="ctr"/>
                </a:tc>
                <a:tc>
                  <a:txBody>
                    <a:bodyPr/>
                    <a:lstStyle/>
                    <a:p>
                      <a:pPr algn="ctr">
                        <a:buNone/>
                      </a:pPr>
                      <a:r>
                        <a:rPr lang="en-US" sz="1600">
                          <a:latin typeface="Times New Roman" panose="02020603050405020304" pitchFamily="18" charset="0"/>
                          <a:cs typeface="Times New Roman" panose="02020603050405020304" pitchFamily="18" charset="0"/>
                        </a:rPr>
                        <a:t>Average computational efficiency achieved after model optimization</a:t>
                      </a:r>
                    </a:p>
                  </a:txBody>
                  <a:tcPr marL="66944" marR="66944" marT="33472" marB="33472" anchor="ctr"/>
                </a:tc>
                <a:tc>
                  <a:txBody>
                    <a:bodyPr/>
                    <a:lstStyle/>
                    <a:p>
                      <a:pPr algn="ctr">
                        <a:buNone/>
                      </a:pPr>
                      <a:r>
                        <a:rPr lang="en-US" sz="1600" b="1" dirty="0">
                          <a:latin typeface="Times New Roman" panose="02020603050405020304" pitchFamily="18" charset="0"/>
                          <a:cs typeface="Times New Roman" panose="02020603050405020304" pitchFamily="18" charset="0"/>
                        </a:rPr>
                        <a:t>High (Reduced Training Time by ~25%)</a:t>
                      </a:r>
                      <a:endParaRPr lang="en-US" sz="1600" dirty="0">
                        <a:latin typeface="Times New Roman" panose="02020603050405020304" pitchFamily="18" charset="0"/>
                        <a:cs typeface="Times New Roman" panose="02020603050405020304" pitchFamily="18" charset="0"/>
                      </a:endParaRPr>
                    </a:p>
                  </a:txBody>
                  <a:tcPr marL="66944" marR="66944" marT="33472" marB="33472" anchor="ctr"/>
                </a:tc>
                <a:extLst>
                  <a:ext uri="{0D108BD9-81ED-4DB2-BD59-A6C34878D82A}">
                    <a16:rowId xmlns:a16="http://schemas.microsoft.com/office/drawing/2014/main" val="2258666651"/>
                  </a:ext>
                </a:extLst>
              </a:tr>
            </a:tbl>
          </a:graphicData>
        </a:graphic>
      </p:graphicFrame>
      <p:sp>
        <p:nvSpPr>
          <p:cNvPr id="3" name="Date Placeholder 2">
            <a:extLst>
              <a:ext uri="{FF2B5EF4-FFF2-40B4-BE49-F238E27FC236}">
                <a16:creationId xmlns:a16="http://schemas.microsoft.com/office/drawing/2014/main" id="{DB28E23A-9E76-9BF3-8502-4D59F4AFBBA2}"/>
              </a:ext>
            </a:extLst>
          </p:cNvPr>
          <p:cNvSpPr>
            <a:spLocks noGrp="1"/>
          </p:cNvSpPr>
          <p:nvPr>
            <p:ph type="dt" sz="half" idx="10"/>
          </p:nvPr>
        </p:nvSpPr>
        <p:spPr>
          <a:xfrm>
            <a:off x="894945" y="6484377"/>
            <a:ext cx="2743200" cy="365125"/>
          </a:xfrm>
        </p:spPr>
        <p:txBody>
          <a:bodyPr/>
          <a:lstStyle/>
          <a:p>
            <a:r>
              <a:rPr lang="en-US" dirty="0"/>
              <a:t>11-11-2025</a:t>
            </a:r>
            <a:endParaRPr lang="en-IN" dirty="0"/>
          </a:p>
        </p:txBody>
      </p:sp>
      <p:sp>
        <p:nvSpPr>
          <p:cNvPr id="6" name="Footer Placeholder 5">
            <a:extLst>
              <a:ext uri="{FF2B5EF4-FFF2-40B4-BE49-F238E27FC236}">
                <a16:creationId xmlns:a16="http://schemas.microsoft.com/office/drawing/2014/main" id="{C1F428BC-6EA8-8A1F-9053-C671E70912AD}"/>
              </a:ext>
            </a:extLst>
          </p:cNvPr>
          <p:cNvSpPr>
            <a:spLocks noGrp="1"/>
          </p:cNvSpPr>
          <p:nvPr>
            <p:ph type="ftr" sz="quarter" idx="11"/>
          </p:nvPr>
        </p:nvSpPr>
        <p:spPr>
          <a:xfrm>
            <a:off x="4038600" y="6484378"/>
            <a:ext cx="4114800" cy="365125"/>
          </a:xfrm>
        </p:spPr>
        <p:txBody>
          <a:bodyPr/>
          <a:lstStyle/>
          <a:p>
            <a:r>
              <a:rPr lang="en-US" dirty="0"/>
              <a:t>Review No-01     Batch No-BB_09     Department of CSE</a:t>
            </a:r>
            <a:endParaRPr lang="en-IN" dirty="0"/>
          </a:p>
        </p:txBody>
      </p:sp>
    </p:spTree>
    <p:extLst>
      <p:ext uri="{BB962C8B-B14F-4D97-AF65-F5344CB8AC3E}">
        <p14:creationId xmlns:p14="http://schemas.microsoft.com/office/powerpoint/2010/main" val="2884920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2D164B-BC64-1793-AB9B-0EF08CE27C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pic>
        <p:nvPicPr>
          <p:cNvPr id="4" name="Picture 3">
            <a:extLst>
              <a:ext uri="{FF2B5EF4-FFF2-40B4-BE49-F238E27FC236}">
                <a16:creationId xmlns:a16="http://schemas.microsoft.com/office/drawing/2014/main" id="{DD8D5405-FC51-1405-2697-D8092334D4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6834" y="1994170"/>
            <a:ext cx="4935166" cy="3626086"/>
          </a:xfrm>
          <a:prstGeom prst="rect">
            <a:avLst/>
          </a:prstGeom>
        </p:spPr>
      </p:pic>
      <p:sp>
        <p:nvSpPr>
          <p:cNvPr id="7" name="TextBox 6">
            <a:extLst>
              <a:ext uri="{FF2B5EF4-FFF2-40B4-BE49-F238E27FC236}">
                <a16:creationId xmlns:a16="http://schemas.microsoft.com/office/drawing/2014/main" id="{9DD8B049-93E5-33CB-0CD3-211FBC1DE9F9}"/>
              </a:ext>
            </a:extLst>
          </p:cNvPr>
          <p:cNvSpPr txBox="1"/>
          <p:nvPr/>
        </p:nvSpPr>
        <p:spPr>
          <a:xfrm>
            <a:off x="488814" y="2136338"/>
            <a:ext cx="6661016" cy="3054939"/>
          </a:xfrm>
          <a:prstGeom prst="rect">
            <a:avLst/>
          </a:prstGeom>
          <a:noFill/>
        </p:spPr>
        <p:txBody>
          <a:bodyPr wrap="square">
            <a:spAutoFit/>
          </a:bodyPr>
          <a:lstStyle/>
          <a:p>
            <a:pPr algn="just">
              <a:lnSpc>
                <a:spcPct val="120000"/>
              </a:lnSpc>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ROC Curves Comparison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20000"/>
              </a:lnSpc>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In this ROC (Receiver Operating Characteristic) curve compares models based on their ability to distinguish between classes, using the trade-off between True Positive Rate (TPR) and False Positive Rate (FPR). </a:t>
            </a:r>
          </a:p>
          <a:p>
            <a:pPr algn="just">
              <a:lnSpc>
                <a:spcPct val="120000"/>
              </a:lnSpc>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From this plot: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Random Forest (AUC = 0.736)</a:t>
            </a:r>
          </a:p>
          <a:p>
            <a:pPr marL="342900" lvl="0" indent="-342900" algn="just">
              <a:lnSpc>
                <a:spcPct val="120000"/>
              </a:lnSpc>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Gradient Boosting (AUC = 0.757)</a:t>
            </a:r>
          </a:p>
          <a:p>
            <a:pPr marL="342900" lvl="0" indent="-342900" algn="just">
              <a:lnSpc>
                <a:spcPct val="120000"/>
              </a:lnSpc>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Logistic Regression (AUC = 0.750)</a:t>
            </a:r>
          </a:p>
        </p:txBody>
      </p:sp>
      <p:sp>
        <p:nvSpPr>
          <p:cNvPr id="8" name="TextBox 7">
            <a:extLst>
              <a:ext uri="{FF2B5EF4-FFF2-40B4-BE49-F238E27FC236}">
                <a16:creationId xmlns:a16="http://schemas.microsoft.com/office/drawing/2014/main" id="{3AA857F3-EA62-7FCC-EF0A-65EC0FF13F83}"/>
              </a:ext>
            </a:extLst>
          </p:cNvPr>
          <p:cNvSpPr txBox="1"/>
          <p:nvPr/>
        </p:nvSpPr>
        <p:spPr>
          <a:xfrm>
            <a:off x="3048811" y="858995"/>
            <a:ext cx="609437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Results and Analysis </a:t>
            </a:r>
          </a:p>
        </p:txBody>
      </p:sp>
      <p:sp>
        <p:nvSpPr>
          <p:cNvPr id="3" name="Date Placeholder 2">
            <a:extLst>
              <a:ext uri="{FF2B5EF4-FFF2-40B4-BE49-F238E27FC236}">
                <a16:creationId xmlns:a16="http://schemas.microsoft.com/office/drawing/2014/main" id="{6154DB57-0FAE-0ADF-D665-1B343CDB2932}"/>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D5DA0610-C005-9212-EC41-1F4E5030C5E6}"/>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3108071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45CF94-74DE-4131-B9DB-3CF0FEA07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A2C89212-C44B-3D68-0850-BC193C3BCA84}"/>
              </a:ext>
            </a:extLst>
          </p:cNvPr>
          <p:cNvSpPr txBox="1"/>
          <p:nvPr/>
        </p:nvSpPr>
        <p:spPr>
          <a:xfrm>
            <a:off x="3048811" y="948606"/>
            <a:ext cx="6094378"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CONCLUSION &amp; FUTURE SCOPE</a:t>
            </a:r>
            <a:endParaRPr lang="en-IN" sz="2800" dirty="0"/>
          </a:p>
        </p:txBody>
      </p:sp>
      <p:sp>
        <p:nvSpPr>
          <p:cNvPr id="6" name="TextBox 5">
            <a:extLst>
              <a:ext uri="{FF2B5EF4-FFF2-40B4-BE49-F238E27FC236}">
                <a16:creationId xmlns:a16="http://schemas.microsoft.com/office/drawing/2014/main" id="{D236163C-646C-B298-5769-11C2208770EE}"/>
              </a:ext>
            </a:extLst>
          </p:cNvPr>
          <p:cNvSpPr txBox="1"/>
          <p:nvPr/>
        </p:nvSpPr>
        <p:spPr>
          <a:xfrm>
            <a:off x="797668" y="1561437"/>
            <a:ext cx="10914433" cy="4493538"/>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Conclusion</a:t>
            </a:r>
          </a:p>
          <a:p>
            <a:pPr algn="just">
              <a:buNone/>
            </a:pPr>
            <a:r>
              <a:rPr lang="en-US" dirty="0">
                <a:latin typeface="Times New Roman" panose="02020603050405020304" pitchFamily="18" charset="0"/>
                <a:cs typeface="Times New Roman" panose="02020603050405020304" pitchFamily="18" charset="0"/>
              </a:rPr>
              <a:t>The proposed loan default prediction model effectively identifies potential defaulters using advanced machine learning algorithms and data-driven analysis. The model achieved high classification accuracy, precision, recall, and ROC–AUC values, demonstrating its strong predictive capability and generalization on unseen financial data. Efficient preprocessing, feature selection, and hyperparameter tuning significantly improved performance and reduced overfitting. This framework offers a reliable decision-support tool for financial institutions, helping minimize credit risk and optimize lending strategies.</a:t>
            </a:r>
          </a:p>
          <a:p>
            <a:pPr>
              <a:buNone/>
            </a:pPr>
            <a:endParaRPr lang="en-US" dirty="0">
              <a:latin typeface="Times New Roman" panose="02020603050405020304" pitchFamily="18" charset="0"/>
              <a:cs typeface="Times New Roman" panose="02020603050405020304" pitchFamily="18" charset="0"/>
            </a:endParaRPr>
          </a:p>
          <a:p>
            <a:pPr>
              <a:buNone/>
            </a:pPr>
            <a:r>
              <a:rPr lang="en-US" sz="2800" b="1" dirty="0">
                <a:latin typeface="Times New Roman" panose="02020603050405020304" pitchFamily="18" charset="0"/>
                <a:cs typeface="Times New Roman" panose="02020603050405020304" pitchFamily="18" charset="0"/>
              </a:rPr>
              <a:t>Future Scope</a:t>
            </a:r>
          </a:p>
          <a:p>
            <a:pPr algn="just"/>
            <a:r>
              <a:rPr lang="en-US" dirty="0">
                <a:latin typeface="Times New Roman" panose="02020603050405020304" pitchFamily="18" charset="0"/>
                <a:cs typeface="Times New Roman" panose="02020603050405020304" pitchFamily="18" charset="0"/>
              </a:rPr>
              <a:t>Future work can focus on integrating deep learning architectures such as LSTM or ensemble hybrid models to capture complex temporal relationships in loan repayment behavior. Incorporating real-time transactional data, credit bureau scores, and behavioral analytics could further enhance model robustness. Implementing explainable AI (XAI) techniques would also improve transparency and interpretability in decision-making. Additionally, deploying the model through a scalable web-based interface or cloud-based API would enable dynamic prediction, making the system practical for large-scale banking applications.</a:t>
            </a:r>
          </a:p>
        </p:txBody>
      </p:sp>
      <p:sp>
        <p:nvSpPr>
          <p:cNvPr id="3" name="Date Placeholder 2">
            <a:extLst>
              <a:ext uri="{FF2B5EF4-FFF2-40B4-BE49-F238E27FC236}">
                <a16:creationId xmlns:a16="http://schemas.microsoft.com/office/drawing/2014/main" id="{2B072046-ADC5-AE5D-CA1D-082C0B63D554}"/>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E435B0DE-82F8-28C8-0866-0E07717BC8D9}"/>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3892566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2902DD-8765-4014-4478-9A445540EB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DF5F0C0F-BD14-FC71-72F5-7604A1025ADC}"/>
              </a:ext>
            </a:extLst>
          </p:cNvPr>
          <p:cNvSpPr txBox="1"/>
          <p:nvPr/>
        </p:nvSpPr>
        <p:spPr>
          <a:xfrm>
            <a:off x="3048811" y="597385"/>
            <a:ext cx="609437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References </a:t>
            </a:r>
          </a:p>
        </p:txBody>
      </p:sp>
      <p:sp>
        <p:nvSpPr>
          <p:cNvPr id="6" name="TextBox 5">
            <a:extLst>
              <a:ext uri="{FF2B5EF4-FFF2-40B4-BE49-F238E27FC236}">
                <a16:creationId xmlns:a16="http://schemas.microsoft.com/office/drawing/2014/main" id="{AE886F1E-3432-CE8C-985F-93944AA06147}"/>
              </a:ext>
            </a:extLst>
          </p:cNvPr>
          <p:cNvSpPr txBox="1"/>
          <p:nvPr/>
        </p:nvSpPr>
        <p:spPr>
          <a:xfrm>
            <a:off x="447472" y="1120605"/>
            <a:ext cx="11575915" cy="5355312"/>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 M. A. </a:t>
            </a:r>
            <a:r>
              <a:rPr lang="en-IN" dirty="0" err="1">
                <a:latin typeface="Times New Roman" panose="02020603050405020304" pitchFamily="18" charset="0"/>
                <a:cs typeface="Times New Roman" panose="02020603050405020304" pitchFamily="18" charset="0"/>
              </a:rPr>
              <a:t>Kheneifar</a:t>
            </a:r>
            <a:r>
              <a:rPr lang="en-IN" dirty="0">
                <a:latin typeface="Times New Roman" panose="02020603050405020304" pitchFamily="18" charset="0"/>
                <a:cs typeface="Times New Roman" panose="02020603050405020304" pitchFamily="18" charset="0"/>
              </a:rPr>
              <a:t> and B. Amiri, “A novel hybrid model for loan default prediction in maritime finance based on topological data analysis and machine learning,” IEEE Access, vol. 13, pp. 81474–81493, 2025. </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[2] V. Kumar, S. S. Saheb, Preeti, A. </a:t>
            </a:r>
            <a:r>
              <a:rPr lang="en-IN" dirty="0" err="1">
                <a:latin typeface="Times New Roman" panose="02020603050405020304" pitchFamily="18" charset="0"/>
                <a:cs typeface="Times New Roman" panose="02020603050405020304" pitchFamily="18" charset="0"/>
              </a:rPr>
              <a:t>Ghayas</a:t>
            </a:r>
            <a:r>
              <a:rPr lang="en-IN" dirty="0">
                <a:latin typeface="Times New Roman" panose="02020603050405020304" pitchFamily="18" charset="0"/>
                <a:cs typeface="Times New Roman" panose="02020603050405020304" pitchFamily="18" charset="0"/>
              </a:rPr>
              <a:t>, S. Kumari, J. K. Chandel, S. K. Pandey, and S. Kumar, “Ai-based hybrid models for predicting loan risk in the banking sector,” Big Data Mining and Analytics, vol. 6, no. 4, pp. 478–490, 2023.</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[3] H. Zhao and Y. Wang, “A big data-driven financial auditing method using convolution neural network,” IEEE Access, vol. 11, pp. 41492–41502, 2023.</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[4] P. Ramachandra and S. </a:t>
            </a:r>
            <a:r>
              <a:rPr lang="en-IN" dirty="0" err="1">
                <a:latin typeface="Times New Roman" panose="02020603050405020304" pitchFamily="18" charset="0"/>
                <a:cs typeface="Times New Roman" panose="02020603050405020304" pitchFamily="18" charset="0"/>
              </a:rPr>
              <a:t>Vaithiyanathan</a:t>
            </a:r>
            <a:r>
              <a:rPr lang="en-IN" dirty="0">
                <a:latin typeface="Times New Roman" panose="02020603050405020304" pitchFamily="18" charset="0"/>
                <a:cs typeface="Times New Roman" panose="02020603050405020304" pitchFamily="18" charset="0"/>
              </a:rPr>
              <a:t>, “Fed-</a:t>
            </a:r>
            <a:r>
              <a:rPr lang="en-IN" dirty="0" err="1">
                <a:latin typeface="Times New Roman" panose="02020603050405020304" pitchFamily="18" charset="0"/>
                <a:cs typeface="Times New Roman" panose="02020603050405020304" pitchFamily="18" charset="0"/>
              </a:rPr>
              <a:t>dpsdg</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wgan</a:t>
            </a:r>
            <a:r>
              <a:rPr lang="en-IN" dirty="0">
                <a:latin typeface="Times New Roman" panose="02020603050405020304" pitchFamily="18" charset="0"/>
                <a:cs typeface="Times New Roman" panose="02020603050405020304" pitchFamily="18" charset="0"/>
              </a:rPr>
              <a:t>: Differentially private synthetic data generation for loan default prediction via federated </a:t>
            </a:r>
            <a:r>
              <a:rPr lang="en-IN" dirty="0" err="1">
                <a:latin typeface="Times New Roman" panose="02020603050405020304" pitchFamily="18" charset="0"/>
                <a:cs typeface="Times New Roman" panose="02020603050405020304" pitchFamily="18" charset="0"/>
              </a:rPr>
              <a:t>wasserstein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gan</a:t>
            </a:r>
            <a:r>
              <a:rPr lang="en-IN" dirty="0">
                <a:latin typeface="Times New Roman" panose="02020603050405020304" pitchFamily="18" charset="0"/>
                <a:cs typeface="Times New Roman" panose="02020603050405020304" pitchFamily="18" charset="0"/>
              </a:rPr>
              <a:t>,” IEEE Access, vol. 13, pp. 52069–52084, 2025.</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[5] I. </a:t>
            </a:r>
            <a:r>
              <a:rPr lang="en-IN" dirty="0" err="1">
                <a:latin typeface="Times New Roman" panose="02020603050405020304" pitchFamily="18" charset="0"/>
                <a:cs typeface="Times New Roman" panose="02020603050405020304" pitchFamily="18" charset="0"/>
              </a:rPr>
              <a:t>Aruleba</a:t>
            </a:r>
            <a:r>
              <a:rPr lang="en-IN" dirty="0">
                <a:latin typeface="Times New Roman" panose="02020603050405020304" pitchFamily="18" charset="0"/>
                <a:cs typeface="Times New Roman" panose="02020603050405020304" pitchFamily="18" charset="0"/>
              </a:rPr>
              <a:t> and Y. Sun, “An improved ensemble method with data resampling for credit risk prediction,” IEEE Access, vol. 13, pp. 71275 71287, 2025.</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[6] D. B. Acharya, B. Divya, and K. </a:t>
            </a:r>
            <a:r>
              <a:rPr lang="en-IN" dirty="0" err="1">
                <a:latin typeface="Times New Roman" panose="02020603050405020304" pitchFamily="18" charset="0"/>
                <a:cs typeface="Times New Roman" panose="02020603050405020304" pitchFamily="18" charset="0"/>
              </a:rPr>
              <a:t>Kuppan</a:t>
            </a:r>
            <a:r>
              <a:rPr lang="en-IN" dirty="0">
                <a:latin typeface="Times New Roman" panose="02020603050405020304" pitchFamily="18" charset="0"/>
                <a:cs typeface="Times New Roman" panose="02020603050405020304" pitchFamily="18" charset="0"/>
              </a:rPr>
              <a:t>, “Explainable and fair ai: Balancing performance in financial and real estate machine learning models,” IEEE Access, vol. 12, pp. 154022–154034, 2024.</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[7] E. Hussein Sayed, A. Alabrah, K. Hussein </a:t>
            </a:r>
            <a:r>
              <a:rPr lang="en-IN" dirty="0" err="1">
                <a:latin typeface="Times New Roman" panose="02020603050405020304" pitchFamily="18" charset="0"/>
                <a:cs typeface="Times New Roman" panose="02020603050405020304" pitchFamily="18" charset="0"/>
              </a:rPr>
              <a:t>Rahouma</a:t>
            </a:r>
            <a:r>
              <a:rPr lang="en-IN" dirty="0">
                <a:latin typeface="Times New Roman" panose="02020603050405020304" pitchFamily="18" charset="0"/>
                <a:cs typeface="Times New Roman" panose="02020603050405020304" pitchFamily="18" charset="0"/>
              </a:rPr>
              <a:t>, M. Zohaib, and R. M. Badry, “Machine learning and deep learning for loan prediction in banking: Exploring ensemble methods and data balancing,” IEEE Access, vol. 12, pp. 193997–194019, 2024. </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[8] S. Ranjan Lenka, S. K. </a:t>
            </a:r>
            <a:r>
              <a:rPr lang="en-IN" dirty="0" err="1">
                <a:latin typeface="Times New Roman" panose="02020603050405020304" pitchFamily="18" charset="0"/>
                <a:cs typeface="Times New Roman" panose="02020603050405020304" pitchFamily="18" charset="0"/>
              </a:rPr>
              <a:t>Bisoy</a:t>
            </a:r>
            <a:r>
              <a:rPr lang="en-IN" dirty="0">
                <a:latin typeface="Times New Roman" panose="02020603050405020304" pitchFamily="18" charset="0"/>
                <a:cs typeface="Times New Roman" panose="02020603050405020304" pitchFamily="18" charset="0"/>
              </a:rPr>
              <a:t>, R. Priyadarshini, K. Lee Hui, and M. Sain, “Evolutionary-based multi-objective and conditional generative adversarial networks for credit scoring,” IEEE Access, vol. 12, pp. 158346–158366, 2024.</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[9] X. </a:t>
            </a:r>
            <a:r>
              <a:rPr lang="en-IN" dirty="0" err="1">
                <a:latin typeface="Times New Roman" panose="02020603050405020304" pitchFamily="18" charset="0"/>
                <a:cs typeface="Times New Roman" panose="02020603050405020304" pitchFamily="18" charset="0"/>
              </a:rPr>
              <a:t>Dastile</a:t>
            </a:r>
            <a:r>
              <a:rPr lang="en-IN" dirty="0">
                <a:latin typeface="Times New Roman" panose="02020603050405020304" pitchFamily="18" charset="0"/>
                <a:cs typeface="Times New Roman" panose="02020603050405020304" pitchFamily="18" charset="0"/>
              </a:rPr>
              <a:t> and T. Celik, “Counterfactual explanations with multiple properties in credit scoring,” IEEE Access, vol. 12, pp. 110713–110728, 2024</a:t>
            </a:r>
          </a:p>
        </p:txBody>
      </p:sp>
      <p:sp>
        <p:nvSpPr>
          <p:cNvPr id="3" name="Date Placeholder 2">
            <a:extLst>
              <a:ext uri="{FF2B5EF4-FFF2-40B4-BE49-F238E27FC236}">
                <a16:creationId xmlns:a16="http://schemas.microsoft.com/office/drawing/2014/main" id="{CC362C1E-1B5A-F61C-9B7B-30984F279C7E}"/>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3682D450-8F58-3E90-793A-F751B87DAC7D}"/>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42007164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F12066-E0D9-311C-E5D1-24A3119BB7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CA2BFB43-F094-0ADF-93E3-48B9F7590BE3}"/>
              </a:ext>
            </a:extLst>
          </p:cNvPr>
          <p:cNvSpPr txBox="1"/>
          <p:nvPr/>
        </p:nvSpPr>
        <p:spPr>
          <a:xfrm>
            <a:off x="3048811" y="783236"/>
            <a:ext cx="609437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Question and Answers</a:t>
            </a:r>
            <a:endParaRPr lang="en-IN" sz="2800" b="1" dirty="0"/>
          </a:p>
        </p:txBody>
      </p:sp>
      <p:pic>
        <p:nvPicPr>
          <p:cNvPr id="5" name="Picture 4">
            <a:extLst>
              <a:ext uri="{FF2B5EF4-FFF2-40B4-BE49-F238E27FC236}">
                <a16:creationId xmlns:a16="http://schemas.microsoft.com/office/drawing/2014/main" id="{3028EA4D-357D-69A1-6ADF-A328AE6ADD73}"/>
              </a:ext>
            </a:extLst>
          </p:cNvPr>
          <p:cNvPicPr>
            <a:picLocks noChangeAspect="1"/>
          </p:cNvPicPr>
          <p:nvPr/>
        </p:nvPicPr>
        <p:blipFill>
          <a:blip r:embed="rId3"/>
          <a:stretch>
            <a:fillRect/>
          </a:stretch>
        </p:blipFill>
        <p:spPr>
          <a:xfrm>
            <a:off x="2607703" y="1447523"/>
            <a:ext cx="6976593" cy="4437711"/>
          </a:xfrm>
          <a:prstGeom prst="rect">
            <a:avLst/>
          </a:prstGeom>
        </p:spPr>
      </p:pic>
      <p:sp>
        <p:nvSpPr>
          <p:cNvPr id="3" name="Date Placeholder 2">
            <a:extLst>
              <a:ext uri="{FF2B5EF4-FFF2-40B4-BE49-F238E27FC236}">
                <a16:creationId xmlns:a16="http://schemas.microsoft.com/office/drawing/2014/main" id="{48BF6EFA-F0D4-3CB5-7195-375632357EF9}"/>
              </a:ext>
            </a:extLst>
          </p:cNvPr>
          <p:cNvSpPr>
            <a:spLocks noGrp="1"/>
          </p:cNvSpPr>
          <p:nvPr>
            <p:ph type="dt" sz="half" idx="10"/>
          </p:nvPr>
        </p:nvSpPr>
        <p:spPr/>
        <p:txBody>
          <a:bodyPr/>
          <a:lstStyle/>
          <a:p>
            <a:r>
              <a:rPr lang="en-US"/>
              <a:t>11-11-2025</a:t>
            </a:r>
            <a:endParaRPr lang="en-IN"/>
          </a:p>
        </p:txBody>
      </p:sp>
      <p:sp>
        <p:nvSpPr>
          <p:cNvPr id="6" name="Footer Placeholder 5">
            <a:extLst>
              <a:ext uri="{FF2B5EF4-FFF2-40B4-BE49-F238E27FC236}">
                <a16:creationId xmlns:a16="http://schemas.microsoft.com/office/drawing/2014/main" id="{702FCABF-CE54-4A23-B9F8-05DF25E8A312}"/>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1078729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AC4304-1C3E-BA7C-713C-5067F239A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695"/>
            <a:ext cx="4213781" cy="755300"/>
          </a:xfrm>
          <a:prstGeom prst="rect">
            <a:avLst/>
          </a:prstGeom>
        </p:spPr>
      </p:pic>
      <p:sp>
        <p:nvSpPr>
          <p:cNvPr id="4" name="TextBox 3">
            <a:extLst>
              <a:ext uri="{FF2B5EF4-FFF2-40B4-BE49-F238E27FC236}">
                <a16:creationId xmlns:a16="http://schemas.microsoft.com/office/drawing/2014/main" id="{7C698966-DD0D-8AE4-4D03-F561A7164760}"/>
              </a:ext>
            </a:extLst>
          </p:cNvPr>
          <p:cNvSpPr txBox="1"/>
          <p:nvPr/>
        </p:nvSpPr>
        <p:spPr>
          <a:xfrm>
            <a:off x="3048811" y="929151"/>
            <a:ext cx="609437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Acknowledgements</a:t>
            </a:r>
          </a:p>
        </p:txBody>
      </p:sp>
      <p:sp>
        <p:nvSpPr>
          <p:cNvPr id="6" name="TextBox 5">
            <a:extLst>
              <a:ext uri="{FF2B5EF4-FFF2-40B4-BE49-F238E27FC236}">
                <a16:creationId xmlns:a16="http://schemas.microsoft.com/office/drawing/2014/main" id="{0639AECD-DF96-E5B3-071F-49856946483E}"/>
              </a:ext>
            </a:extLst>
          </p:cNvPr>
          <p:cNvSpPr txBox="1"/>
          <p:nvPr/>
        </p:nvSpPr>
        <p:spPr>
          <a:xfrm>
            <a:off x="612843" y="1744920"/>
            <a:ext cx="10145948" cy="2031325"/>
          </a:xfrm>
          <a:prstGeom prst="rect">
            <a:avLst/>
          </a:prstGeom>
          <a:noFill/>
        </p:spPr>
        <p:txBody>
          <a:bodyPr wrap="square">
            <a:spAutoFit/>
          </a:bodyPr>
          <a:lstStyle/>
          <a:p>
            <a:pPr algn="just">
              <a:buNone/>
            </a:pPr>
            <a:r>
              <a:rPr lang="en-US" dirty="0">
                <a:latin typeface="Times New Roman" panose="02020603050405020304" pitchFamily="18" charset="0"/>
                <a:cs typeface="Times New Roman" panose="02020603050405020304" pitchFamily="18" charset="0"/>
              </a:rPr>
              <a:t>We extend our heartfelt gratitude to the </a:t>
            </a:r>
            <a:r>
              <a:rPr lang="en-US" b="1" dirty="0">
                <a:latin typeface="Times New Roman" panose="02020603050405020304" pitchFamily="18" charset="0"/>
                <a:cs typeface="Times New Roman" panose="02020603050405020304" pitchFamily="18" charset="0"/>
              </a:rPr>
              <a:t>faculty and staff of </a:t>
            </a:r>
            <a:r>
              <a:rPr lang="en-US" b="1" dirty="0" err="1">
                <a:latin typeface="Times New Roman" panose="02020603050405020304" pitchFamily="18" charset="0"/>
                <a:cs typeface="Times New Roman" panose="02020603050405020304" pitchFamily="18" charset="0"/>
              </a:rPr>
              <a:t>Narasaraopeta</a:t>
            </a:r>
            <a:r>
              <a:rPr lang="en-US" b="1" dirty="0">
                <a:latin typeface="Times New Roman" panose="02020603050405020304" pitchFamily="18" charset="0"/>
                <a:cs typeface="Times New Roman" panose="02020603050405020304" pitchFamily="18" charset="0"/>
              </a:rPr>
              <a:t> Engineering College</a:t>
            </a:r>
            <a:r>
              <a:rPr lang="en-US" dirty="0">
                <a:latin typeface="Times New Roman" panose="02020603050405020304" pitchFamily="18" charset="0"/>
                <a:cs typeface="Times New Roman" panose="02020603050405020304" pitchFamily="18" charset="0"/>
              </a:rPr>
              <a:t> for their continuous guidance, encouragement, and valuable insights throughout the development of this project. Their expertise and support have played a crucial role in shaping the outcome of our work.</a:t>
            </a:r>
          </a:p>
          <a:p>
            <a:pPr algn="just">
              <a:buNone/>
            </a:pPr>
            <a:endParaRPr lang="en-US" dirty="0">
              <a:latin typeface="Times New Roman" panose="02020603050405020304" pitchFamily="18" charset="0"/>
              <a:cs typeface="Times New Roman" panose="02020603050405020304" pitchFamily="18" charset="0"/>
            </a:endParaRPr>
          </a:p>
          <a:p>
            <a:pPr algn="just">
              <a:buNone/>
            </a:pPr>
            <a:r>
              <a:rPr lang="en-US" dirty="0">
                <a:latin typeface="Times New Roman" panose="02020603050405020304" pitchFamily="18" charset="0"/>
                <a:cs typeface="Times New Roman" panose="02020603050405020304" pitchFamily="18" charset="0"/>
              </a:rPr>
              <a:t>We also wish to express our sincere thanks to the </a:t>
            </a:r>
            <a:r>
              <a:rPr lang="en-US" b="1" dirty="0">
                <a:latin typeface="Times New Roman" panose="02020603050405020304" pitchFamily="18" charset="0"/>
                <a:cs typeface="Times New Roman" panose="02020603050405020304" pitchFamily="18" charset="0"/>
              </a:rPr>
              <a:t>college administration</a:t>
            </a:r>
            <a:r>
              <a:rPr lang="en-US" dirty="0">
                <a:latin typeface="Times New Roman" panose="02020603050405020304" pitchFamily="18" charset="0"/>
                <a:cs typeface="Times New Roman" panose="02020603050405020304" pitchFamily="18" charset="0"/>
              </a:rPr>
              <a:t> for providing the necessary resources and an excellent platform to present and refine our research. This opportunity has greatly contributed to our academic growth and practical learning.</a:t>
            </a:r>
          </a:p>
        </p:txBody>
      </p:sp>
      <p:sp>
        <p:nvSpPr>
          <p:cNvPr id="8" name="TextBox 7">
            <a:extLst>
              <a:ext uri="{FF2B5EF4-FFF2-40B4-BE49-F238E27FC236}">
                <a16:creationId xmlns:a16="http://schemas.microsoft.com/office/drawing/2014/main" id="{46E996E4-5FBE-BA5D-BC91-3FB5685FBA34}"/>
              </a:ext>
            </a:extLst>
          </p:cNvPr>
          <p:cNvSpPr txBox="1"/>
          <p:nvPr/>
        </p:nvSpPr>
        <p:spPr>
          <a:xfrm>
            <a:off x="751462" y="4068794"/>
            <a:ext cx="6094378" cy="1754326"/>
          </a:xfrm>
          <a:prstGeom prst="rect">
            <a:avLst/>
          </a:prstGeom>
          <a:noFill/>
        </p:spPr>
        <p:txBody>
          <a:bodyPr wrap="square">
            <a:spAutoFit/>
          </a:bodyPr>
          <a:lstStyle/>
          <a:p>
            <a:r>
              <a:rPr lang="en-IN" b="1" dirty="0"/>
              <a:t>Team No:</a:t>
            </a:r>
            <a:r>
              <a:rPr lang="en-IN" dirty="0"/>
              <a:t> BB-09</a:t>
            </a:r>
            <a:br>
              <a:rPr lang="en-IN" dirty="0"/>
            </a:br>
            <a:r>
              <a:rPr lang="en-IN" b="1" dirty="0"/>
              <a:t>Guide:</a:t>
            </a:r>
            <a:r>
              <a:rPr lang="en-IN" dirty="0"/>
              <a:t> Dr. Moturi Sireesha</a:t>
            </a:r>
            <a:br>
              <a:rPr lang="en-IN" dirty="0"/>
            </a:br>
            <a:r>
              <a:rPr lang="en-IN" b="1" dirty="0"/>
              <a:t>Roll Numbers:</a:t>
            </a:r>
            <a:br>
              <a:rPr lang="en-IN" dirty="0"/>
            </a:br>
            <a:r>
              <a:rPr lang="en-IN" dirty="0"/>
              <a:t>22471A05D5</a:t>
            </a:r>
            <a:br>
              <a:rPr lang="en-IN" dirty="0"/>
            </a:br>
            <a:r>
              <a:rPr lang="en-IN" dirty="0"/>
              <a:t>22471A05C1</a:t>
            </a:r>
            <a:br>
              <a:rPr lang="en-IN" dirty="0"/>
            </a:br>
            <a:r>
              <a:rPr lang="en-IN" dirty="0"/>
              <a:t>22471A05B3</a:t>
            </a:r>
          </a:p>
        </p:txBody>
      </p:sp>
      <p:sp>
        <p:nvSpPr>
          <p:cNvPr id="3" name="Date Placeholder 2">
            <a:extLst>
              <a:ext uri="{FF2B5EF4-FFF2-40B4-BE49-F238E27FC236}">
                <a16:creationId xmlns:a16="http://schemas.microsoft.com/office/drawing/2014/main" id="{8883A19C-9543-514B-039D-81EEF3A67EA4}"/>
              </a:ext>
            </a:extLst>
          </p:cNvPr>
          <p:cNvSpPr>
            <a:spLocks noGrp="1"/>
          </p:cNvSpPr>
          <p:nvPr>
            <p:ph type="dt" sz="half" idx="10"/>
          </p:nvPr>
        </p:nvSpPr>
        <p:spPr/>
        <p:txBody>
          <a:bodyPr/>
          <a:lstStyle/>
          <a:p>
            <a:r>
              <a:rPr lang="en-US"/>
              <a:t>11-11-2025</a:t>
            </a:r>
            <a:endParaRPr lang="en-IN"/>
          </a:p>
        </p:txBody>
      </p:sp>
      <p:sp>
        <p:nvSpPr>
          <p:cNvPr id="5" name="Footer Placeholder 4">
            <a:extLst>
              <a:ext uri="{FF2B5EF4-FFF2-40B4-BE49-F238E27FC236}">
                <a16:creationId xmlns:a16="http://schemas.microsoft.com/office/drawing/2014/main" id="{662B0B4A-9720-F2B7-B65E-9F68A9675D5C}"/>
              </a:ext>
            </a:extLst>
          </p:cNvPr>
          <p:cNvSpPr>
            <a:spLocks noGrp="1"/>
          </p:cNvSpPr>
          <p:nvPr>
            <p:ph type="ftr" sz="quarter" idx="11"/>
          </p:nvPr>
        </p:nvSpPr>
        <p:spPr/>
        <p:txBody>
          <a:bodyPr/>
          <a:lstStyle/>
          <a:p>
            <a:r>
              <a:rPr lang="en-US"/>
              <a:t>Review No-01     Batch No-BB_09     Department of CSE</a:t>
            </a:r>
            <a:endParaRPr lang="en-IN"/>
          </a:p>
        </p:txBody>
      </p:sp>
    </p:spTree>
    <p:extLst>
      <p:ext uri="{BB962C8B-B14F-4D97-AF65-F5344CB8AC3E}">
        <p14:creationId xmlns:p14="http://schemas.microsoft.com/office/powerpoint/2010/main" val="1894927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TotalTime>
  <Words>2774</Words>
  <Application>Microsoft Office PowerPoint</Application>
  <PresentationFormat>Widescreen</PresentationFormat>
  <Paragraphs>275</Paragraphs>
  <Slides>24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siddi koteswaramma</dc:creator>
  <cp:lastModifiedBy>siddi koteswaramma</cp:lastModifiedBy>
  <cp:revision>12</cp:revision>
  <dcterms:created xsi:type="dcterms:W3CDTF">2025-11-10T12:47:12Z</dcterms:created>
  <dcterms:modified xsi:type="dcterms:W3CDTF">2025-11-10T21:04:27Z</dcterms:modified>
</cp:coreProperties>
</file>