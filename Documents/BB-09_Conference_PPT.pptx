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2" r:id="rId1"/>
  </p:sldMasterIdLst>
  <p:notesMasterIdLst>
    <p:notesMasterId r:id="rId14"/>
  </p:notesMasterIdLst>
  <p:sldIdLst>
    <p:sldId id="256" r:id="rId2"/>
    <p:sldId id="262" r:id="rId3"/>
    <p:sldId id="267" r:id="rId4"/>
    <p:sldId id="266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</p:sldIdLst>
  <p:sldSz cx="18288000" cy="10287000"/>
  <p:notesSz cx="6858000" cy="9144000"/>
  <p:embeddedFontLst>
    <p:embeddedFont>
      <p:font typeface="Century Schoolbook" panose="02040604050505020304" pitchFamily="18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Telegraf" panose="020B0604020202020204" charset="0"/>
      <p:regular r:id="rId23"/>
    </p:embeddedFont>
    <p:embeddedFont>
      <p:font typeface="Telegraf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22" autoAdjust="0"/>
  </p:normalViewPr>
  <p:slideViewPr>
    <p:cSldViewPr>
      <p:cViewPr varScale="1">
        <p:scale>
          <a:sx n="54" d="100"/>
          <a:sy n="54" d="100"/>
        </p:scale>
        <p:origin x="63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di koteswaramma" userId="ead2f222c84cbcb8" providerId="LiveId" clId="{B7F78286-81CE-4F30-AB92-CEBB78ED937B}"/>
    <pc:docChg chg="undo custSel addSld delSld modSld">
      <pc:chgData name="siddi koteswaramma" userId="ead2f222c84cbcb8" providerId="LiveId" clId="{B7F78286-81CE-4F30-AB92-CEBB78ED937B}" dt="2026-02-14T03:32:32.424" v="848" actId="2711"/>
      <pc:docMkLst>
        <pc:docMk/>
      </pc:docMkLst>
      <pc:sldChg chg="addSp modSp mod">
        <pc:chgData name="siddi koteswaramma" userId="ead2f222c84cbcb8" providerId="LiveId" clId="{B7F78286-81CE-4F30-AB92-CEBB78ED937B}" dt="2026-02-14T03:31:11.958" v="843" actId="2711"/>
        <pc:sldMkLst>
          <pc:docMk/>
          <pc:sldMk cId="0" sldId="262"/>
        </pc:sldMkLst>
        <pc:spChg chg="add mod">
          <ac:chgData name="siddi koteswaramma" userId="ead2f222c84cbcb8" providerId="LiveId" clId="{B7F78286-81CE-4F30-AB92-CEBB78ED937B}" dt="2026-02-14T01:54:57.942" v="4" actId="113"/>
          <ac:spMkLst>
            <pc:docMk/>
            <pc:sldMk cId="0" sldId="262"/>
            <ac:spMk id="2" creationId="{72CD252D-EEED-AFB4-3CCD-D32CBE9BF81C}"/>
          </ac:spMkLst>
        </pc:spChg>
        <pc:spChg chg="mod">
          <ac:chgData name="siddi koteswaramma" userId="ead2f222c84cbcb8" providerId="LiveId" clId="{B7F78286-81CE-4F30-AB92-CEBB78ED937B}" dt="2026-02-14T03:29:46.482" v="832" actId="20577"/>
          <ac:spMkLst>
            <pc:docMk/>
            <pc:sldMk cId="0" sldId="262"/>
            <ac:spMk id="31" creationId="{5496B3BE-546A-4429-B2FD-FB8159E3EF4C}"/>
          </ac:spMkLst>
        </pc:spChg>
        <pc:spChg chg="mod">
          <ac:chgData name="siddi koteswaramma" userId="ead2f222c84cbcb8" providerId="LiveId" clId="{B7F78286-81CE-4F30-AB92-CEBB78ED937B}" dt="2026-02-14T03:31:11.958" v="843" actId="2711"/>
          <ac:spMkLst>
            <pc:docMk/>
            <pc:sldMk cId="0" sldId="262"/>
            <ac:spMk id="33" creationId="{C998A3AC-2685-40BB-A52E-51F07FBC1AC2}"/>
          </ac:spMkLst>
        </pc:spChg>
      </pc:sldChg>
      <pc:sldChg chg="del">
        <pc:chgData name="siddi koteswaramma" userId="ead2f222c84cbcb8" providerId="LiveId" clId="{B7F78286-81CE-4F30-AB92-CEBB78ED937B}" dt="2026-02-14T03:16:15.888" v="638" actId="47"/>
        <pc:sldMkLst>
          <pc:docMk/>
          <pc:sldMk cId="2940930861" sldId="263"/>
        </pc:sldMkLst>
      </pc:sldChg>
      <pc:sldChg chg="delSp modSp del mod">
        <pc:chgData name="siddi koteswaramma" userId="ead2f222c84cbcb8" providerId="LiveId" clId="{B7F78286-81CE-4F30-AB92-CEBB78ED937B}" dt="2026-02-14T03:15:40.042" v="632" actId="47"/>
        <pc:sldMkLst>
          <pc:docMk/>
          <pc:sldMk cId="622613977" sldId="264"/>
        </pc:sldMkLst>
        <pc:spChg chg="del mod">
          <ac:chgData name="siddi koteswaramma" userId="ead2f222c84cbcb8" providerId="LiveId" clId="{B7F78286-81CE-4F30-AB92-CEBB78ED937B}" dt="2026-02-14T03:15:38.537" v="631"/>
          <ac:spMkLst>
            <pc:docMk/>
            <pc:sldMk cId="622613977" sldId="264"/>
            <ac:spMk id="33" creationId="{C998A3AC-2685-40BB-A52E-51F07FBC1AC2}"/>
          </ac:spMkLst>
        </pc:spChg>
      </pc:sldChg>
      <pc:sldChg chg="delSp modSp del mod">
        <pc:chgData name="siddi koteswaramma" userId="ead2f222c84cbcb8" providerId="LiveId" clId="{B7F78286-81CE-4F30-AB92-CEBB78ED937B}" dt="2026-02-14T03:07:03.296" v="548" actId="47"/>
        <pc:sldMkLst>
          <pc:docMk/>
          <pc:sldMk cId="2807207517" sldId="265"/>
        </pc:sldMkLst>
        <pc:spChg chg="del mod">
          <ac:chgData name="siddi koteswaramma" userId="ead2f222c84cbcb8" providerId="LiveId" clId="{B7F78286-81CE-4F30-AB92-CEBB78ED937B}" dt="2026-02-14T03:06:36.327" v="544"/>
          <ac:spMkLst>
            <pc:docMk/>
            <pc:sldMk cId="2807207517" sldId="265"/>
            <ac:spMk id="33" creationId="{C998A3AC-2685-40BB-A52E-51F07FBC1AC2}"/>
          </ac:spMkLst>
        </pc:spChg>
      </pc:sldChg>
      <pc:sldChg chg="addSp modSp mod">
        <pc:chgData name="siddi koteswaramma" userId="ead2f222c84cbcb8" providerId="LiveId" clId="{B7F78286-81CE-4F30-AB92-CEBB78ED937B}" dt="2026-02-14T03:32:14.309" v="846" actId="2711"/>
        <pc:sldMkLst>
          <pc:docMk/>
          <pc:sldMk cId="1445297687" sldId="266"/>
        </pc:sldMkLst>
        <pc:spChg chg="mod">
          <ac:chgData name="siddi koteswaramma" userId="ead2f222c84cbcb8" providerId="LiveId" clId="{B7F78286-81CE-4F30-AB92-CEBB78ED937B}" dt="2026-02-14T02:19:18.129" v="66" actId="1036"/>
          <ac:spMkLst>
            <pc:docMk/>
            <pc:sldMk cId="1445297687" sldId="266"/>
            <ac:spMk id="2" creationId="{514D596B-6F7F-E4DF-8A0B-C838D4C91E87}"/>
          </ac:spMkLst>
        </pc:spChg>
        <pc:spChg chg="mod">
          <ac:chgData name="siddi koteswaramma" userId="ead2f222c84cbcb8" providerId="LiveId" clId="{B7F78286-81CE-4F30-AB92-CEBB78ED937B}" dt="2026-02-14T03:30:06.294" v="834"/>
          <ac:spMkLst>
            <pc:docMk/>
            <pc:sldMk cId="1445297687" sldId="266"/>
            <ac:spMk id="3" creationId="{8CA7D6DE-4853-5D36-910F-5A6B5F7B723A}"/>
          </ac:spMkLst>
        </pc:spChg>
        <pc:spChg chg="add mod">
          <ac:chgData name="siddi koteswaramma" userId="ead2f222c84cbcb8" providerId="LiveId" clId="{B7F78286-81CE-4F30-AB92-CEBB78ED937B}" dt="2026-02-14T02:23:16.089" v="96" actId="1076"/>
          <ac:spMkLst>
            <pc:docMk/>
            <pc:sldMk cId="1445297687" sldId="266"/>
            <ac:spMk id="7" creationId="{C263AA0F-A1D0-A968-B544-6181E9BABADF}"/>
          </ac:spMkLst>
        </pc:spChg>
        <pc:spChg chg="mod">
          <ac:chgData name="siddi koteswaramma" userId="ead2f222c84cbcb8" providerId="LiveId" clId="{B7F78286-81CE-4F30-AB92-CEBB78ED937B}" dt="2026-02-14T02:18:19.517" v="31" actId="1035"/>
          <ac:spMkLst>
            <pc:docMk/>
            <pc:sldMk cId="1445297687" sldId="266"/>
            <ac:spMk id="21" creationId="{433005B2-45FF-412D-9F4A-B3B9944F169E}"/>
          </ac:spMkLst>
        </pc:spChg>
        <pc:spChg chg="mod">
          <ac:chgData name="siddi koteswaramma" userId="ead2f222c84cbcb8" providerId="LiveId" clId="{B7F78286-81CE-4F30-AB92-CEBB78ED937B}" dt="2026-02-14T02:19:08.343" v="60" actId="14100"/>
          <ac:spMkLst>
            <pc:docMk/>
            <pc:sldMk cId="1445297687" sldId="266"/>
            <ac:spMk id="32" creationId="{506FB363-85E8-41E3-8491-A6B4112A9D38}"/>
          </ac:spMkLst>
        </pc:spChg>
        <pc:spChg chg="mod">
          <ac:chgData name="siddi koteswaramma" userId="ead2f222c84cbcb8" providerId="LiveId" clId="{B7F78286-81CE-4F30-AB92-CEBB78ED937B}" dt="2026-02-14T03:32:14.309" v="846" actId="2711"/>
          <ac:spMkLst>
            <pc:docMk/>
            <pc:sldMk cId="1445297687" sldId="266"/>
            <ac:spMk id="33" creationId="{C998A3AC-2685-40BB-A52E-51F07FBC1AC2}"/>
          </ac:spMkLst>
        </pc:spChg>
        <pc:spChg chg="mod">
          <ac:chgData name="siddi koteswaramma" userId="ead2f222c84cbcb8" providerId="LiveId" clId="{B7F78286-81CE-4F30-AB92-CEBB78ED937B}" dt="2026-02-14T02:19:12.302" v="61" actId="14100"/>
          <ac:spMkLst>
            <pc:docMk/>
            <pc:sldMk cId="1445297687" sldId="266"/>
            <ac:spMk id="34" creationId="{B85FA685-A75E-4F3B-B80D-C22DFADFFDC0}"/>
          </ac:spMkLst>
        </pc:spChg>
        <pc:grpChg chg="mod">
          <ac:chgData name="siddi koteswaramma" userId="ead2f222c84cbcb8" providerId="LiveId" clId="{B7F78286-81CE-4F30-AB92-CEBB78ED937B}" dt="2026-02-14T02:18:35.596" v="36" actId="14100"/>
          <ac:grpSpMkLst>
            <pc:docMk/>
            <pc:sldMk cId="1445297687" sldId="266"/>
            <ac:grpSpMk id="19" creationId="{42661201-4BFD-4855-85F2-00291465ADC8}"/>
          </ac:grpSpMkLst>
        </pc:grpChg>
        <pc:grpChg chg="mod">
          <ac:chgData name="siddi koteswaramma" userId="ead2f222c84cbcb8" providerId="LiveId" clId="{B7F78286-81CE-4F30-AB92-CEBB78ED937B}" dt="2026-02-14T02:18:42.228" v="44" actId="1035"/>
          <ac:grpSpMkLst>
            <pc:docMk/>
            <pc:sldMk cId="1445297687" sldId="266"/>
            <ac:grpSpMk id="22" creationId="{F3A67949-19A8-4EEC-AC2E-3237C5579EB1}"/>
          </ac:grpSpMkLst>
        </pc:grpChg>
        <pc:grpChg chg="mod">
          <ac:chgData name="siddi koteswaramma" userId="ead2f222c84cbcb8" providerId="LiveId" clId="{B7F78286-81CE-4F30-AB92-CEBB78ED937B}" dt="2026-02-14T02:18:38.963" v="40" actId="1035"/>
          <ac:grpSpMkLst>
            <pc:docMk/>
            <pc:sldMk cId="1445297687" sldId="266"/>
            <ac:grpSpMk id="25" creationId="{6084D578-3175-4F87-8A89-98D4E40190D3}"/>
          </ac:grpSpMkLst>
        </pc:grpChg>
        <pc:picChg chg="add mod">
          <ac:chgData name="siddi koteswaramma" userId="ead2f222c84cbcb8" providerId="LiveId" clId="{B7F78286-81CE-4F30-AB92-CEBB78ED937B}" dt="2026-02-14T03:10:55.645" v="575" actId="1076"/>
          <ac:picMkLst>
            <pc:docMk/>
            <pc:sldMk cId="1445297687" sldId="266"/>
            <ac:picMk id="5" creationId="{0C94DC12-A4AB-B3DA-6C7D-7A99AA876E16}"/>
          </ac:picMkLst>
        </pc:picChg>
      </pc:sldChg>
      <pc:sldChg chg="addSp modSp mod">
        <pc:chgData name="siddi koteswaramma" userId="ead2f222c84cbcb8" providerId="LiveId" clId="{B7F78286-81CE-4F30-AB92-CEBB78ED937B}" dt="2026-02-14T03:31:30.220" v="845" actId="1076"/>
        <pc:sldMkLst>
          <pc:docMk/>
          <pc:sldMk cId="2641648436" sldId="267"/>
        </pc:sldMkLst>
        <pc:spChg chg="mod">
          <ac:chgData name="siddi koteswaramma" userId="ead2f222c84cbcb8" providerId="LiveId" clId="{B7F78286-81CE-4F30-AB92-CEBB78ED937B}" dt="2026-02-14T03:29:58.513" v="833"/>
          <ac:spMkLst>
            <pc:docMk/>
            <pc:sldMk cId="2641648436" sldId="267"/>
            <ac:spMk id="3" creationId="{7501E58C-9889-4F5A-F2DE-C40526EABE2C}"/>
          </ac:spMkLst>
        </pc:spChg>
        <pc:spChg chg="add mod">
          <ac:chgData name="siddi koteswaramma" userId="ead2f222c84cbcb8" providerId="LiveId" clId="{B7F78286-81CE-4F30-AB92-CEBB78ED937B}" dt="2026-02-14T02:04:17.494" v="9" actId="1076"/>
          <ac:spMkLst>
            <pc:docMk/>
            <pc:sldMk cId="2641648436" sldId="267"/>
            <ac:spMk id="4" creationId="{1F03B2BB-4AD6-6492-4250-025CEFC4DF9A}"/>
          </ac:spMkLst>
        </pc:spChg>
        <pc:spChg chg="add">
          <ac:chgData name="siddi koteswaramma" userId="ead2f222c84cbcb8" providerId="LiveId" clId="{B7F78286-81CE-4F30-AB92-CEBB78ED937B}" dt="2026-02-14T02:03:37.152" v="6"/>
          <ac:spMkLst>
            <pc:docMk/>
            <pc:sldMk cId="2641648436" sldId="267"/>
            <ac:spMk id="5" creationId="{6911732E-5F1F-335E-3617-C0C287E45754}"/>
          </ac:spMkLst>
        </pc:spChg>
        <pc:spChg chg="add mod">
          <ac:chgData name="siddi koteswaramma" userId="ead2f222c84cbcb8" providerId="LiveId" clId="{B7F78286-81CE-4F30-AB92-CEBB78ED937B}" dt="2026-02-14T02:04:17.494" v="9" actId="1076"/>
          <ac:spMkLst>
            <pc:docMk/>
            <pc:sldMk cId="2641648436" sldId="267"/>
            <ac:spMk id="6" creationId="{5FD06DC5-98C9-0908-9111-18A7BA5332DD}"/>
          </ac:spMkLst>
        </pc:spChg>
        <pc:spChg chg="add mod">
          <ac:chgData name="siddi koteswaramma" userId="ead2f222c84cbcb8" providerId="LiveId" clId="{B7F78286-81CE-4F30-AB92-CEBB78ED937B}" dt="2026-02-14T03:31:30.220" v="845" actId="1076"/>
          <ac:spMkLst>
            <pc:docMk/>
            <pc:sldMk cId="2641648436" sldId="267"/>
            <ac:spMk id="7" creationId="{0D446355-FC08-F444-5D13-9CFD575D65F1}"/>
          </ac:spMkLst>
        </pc:spChg>
        <pc:spChg chg="mod">
          <ac:chgData name="siddi koteswaramma" userId="ead2f222c84cbcb8" providerId="LiveId" clId="{B7F78286-81CE-4F30-AB92-CEBB78ED937B}" dt="2026-02-14T03:31:23.725" v="844" actId="2711"/>
          <ac:spMkLst>
            <pc:docMk/>
            <pc:sldMk cId="2641648436" sldId="267"/>
            <ac:spMk id="33" creationId="{C998A3AC-2685-40BB-A52E-51F07FBC1AC2}"/>
          </ac:spMkLst>
        </pc:spChg>
      </pc:sldChg>
      <pc:sldChg chg="addSp delSp modSp add mod">
        <pc:chgData name="siddi koteswaramma" userId="ead2f222c84cbcb8" providerId="LiveId" clId="{B7F78286-81CE-4F30-AB92-CEBB78ED937B}" dt="2026-02-14T03:32:23.409" v="847" actId="2711"/>
        <pc:sldMkLst>
          <pc:docMk/>
          <pc:sldMk cId="1177276600" sldId="268"/>
        </pc:sldMkLst>
        <pc:spChg chg="mod">
          <ac:chgData name="siddi koteswaramma" userId="ead2f222c84cbcb8" providerId="LiveId" clId="{B7F78286-81CE-4F30-AB92-CEBB78ED937B}" dt="2026-02-14T03:30:15.642" v="835"/>
          <ac:spMkLst>
            <pc:docMk/>
            <pc:sldMk cId="1177276600" sldId="268"/>
            <ac:spMk id="3" creationId="{C95F8B29-20A7-3936-4160-7FF122AAB552}"/>
          </ac:spMkLst>
        </pc:spChg>
        <pc:spChg chg="mod">
          <ac:chgData name="siddi koteswaramma" userId="ead2f222c84cbcb8" providerId="LiveId" clId="{B7F78286-81CE-4F30-AB92-CEBB78ED937B}" dt="2026-02-14T02:27:14.278" v="131" actId="1076"/>
          <ac:spMkLst>
            <pc:docMk/>
            <pc:sldMk cId="1177276600" sldId="268"/>
            <ac:spMk id="7" creationId="{DE73C5F9-ADE9-3F60-2353-04558DEF5BBB}"/>
          </ac:spMkLst>
        </pc:spChg>
        <pc:spChg chg="add del mod">
          <ac:chgData name="siddi koteswaramma" userId="ead2f222c84cbcb8" providerId="LiveId" clId="{B7F78286-81CE-4F30-AB92-CEBB78ED937B}" dt="2026-02-14T03:27:33.035" v="778" actId="20577"/>
          <ac:spMkLst>
            <pc:docMk/>
            <pc:sldMk cId="1177276600" sldId="268"/>
            <ac:spMk id="32" creationId="{48253466-B998-E3BB-EEF1-9822181B3B8F}"/>
          </ac:spMkLst>
        </pc:spChg>
        <pc:spChg chg="mod">
          <ac:chgData name="siddi koteswaramma" userId="ead2f222c84cbcb8" providerId="LiveId" clId="{B7F78286-81CE-4F30-AB92-CEBB78ED937B}" dt="2026-02-14T03:32:23.409" v="847" actId="2711"/>
          <ac:spMkLst>
            <pc:docMk/>
            <pc:sldMk cId="1177276600" sldId="268"/>
            <ac:spMk id="33" creationId="{C3925C84-618C-E582-90CE-D5CA1818541E}"/>
          </ac:spMkLst>
        </pc:spChg>
        <pc:picChg chg="del">
          <ac:chgData name="siddi koteswaramma" userId="ead2f222c84cbcb8" providerId="LiveId" clId="{B7F78286-81CE-4F30-AB92-CEBB78ED937B}" dt="2026-02-14T02:25:19.472" v="112" actId="478"/>
          <ac:picMkLst>
            <pc:docMk/>
            <pc:sldMk cId="1177276600" sldId="268"/>
            <ac:picMk id="5" creationId="{491D05A5-AF10-EEEE-D1DE-6610A609F879}"/>
          </ac:picMkLst>
        </pc:picChg>
      </pc:sldChg>
      <pc:sldChg chg="add del">
        <pc:chgData name="siddi koteswaramma" userId="ead2f222c84cbcb8" providerId="LiveId" clId="{B7F78286-81CE-4F30-AB92-CEBB78ED937B}" dt="2026-02-14T02:23:31.908" v="98" actId="2890"/>
        <pc:sldMkLst>
          <pc:docMk/>
          <pc:sldMk cId="3088916557" sldId="268"/>
        </pc:sldMkLst>
      </pc:sldChg>
      <pc:sldChg chg="new del">
        <pc:chgData name="siddi koteswaramma" userId="ead2f222c84cbcb8" providerId="LiveId" clId="{B7F78286-81CE-4F30-AB92-CEBB78ED937B}" dt="2026-02-14T02:23:40.764" v="100" actId="2696"/>
        <pc:sldMkLst>
          <pc:docMk/>
          <pc:sldMk cId="3136291376" sldId="268"/>
        </pc:sldMkLst>
      </pc:sldChg>
      <pc:sldChg chg="add del">
        <pc:chgData name="siddi koteswaramma" userId="ead2f222c84cbcb8" providerId="LiveId" clId="{B7F78286-81CE-4F30-AB92-CEBB78ED937B}" dt="2026-02-14T02:34:00.192" v="133" actId="2890"/>
        <pc:sldMkLst>
          <pc:docMk/>
          <pc:sldMk cId="1409904381" sldId="269"/>
        </pc:sldMkLst>
      </pc:sldChg>
      <pc:sldChg chg="addSp delSp modSp add mod">
        <pc:chgData name="siddi koteswaramma" userId="ead2f222c84cbcb8" providerId="LiveId" clId="{B7F78286-81CE-4F30-AB92-CEBB78ED937B}" dt="2026-02-14T03:32:32.424" v="848" actId="2711"/>
        <pc:sldMkLst>
          <pc:docMk/>
          <pc:sldMk cId="2468138933" sldId="269"/>
        </pc:sldMkLst>
        <pc:spChg chg="mod">
          <ac:chgData name="siddi koteswaramma" userId="ead2f222c84cbcb8" providerId="LiveId" clId="{B7F78286-81CE-4F30-AB92-CEBB78ED937B}" dt="2026-02-14T03:30:19.731" v="836"/>
          <ac:spMkLst>
            <pc:docMk/>
            <pc:sldMk cId="2468138933" sldId="269"/>
            <ac:spMk id="3" creationId="{E3AF43E0-60AB-44EC-3750-AE33B643D251}"/>
          </ac:spMkLst>
        </pc:spChg>
        <pc:spChg chg="add mod">
          <ac:chgData name="siddi koteswaramma" userId="ead2f222c84cbcb8" providerId="LiveId" clId="{B7F78286-81CE-4F30-AB92-CEBB78ED937B}" dt="2026-02-14T02:50:29.579" v="529" actId="20577"/>
          <ac:spMkLst>
            <pc:docMk/>
            <pc:sldMk cId="2468138933" sldId="269"/>
            <ac:spMk id="5" creationId="{CE3735E0-6DD9-7070-C56F-5C1FFFD6FAF2}"/>
          </ac:spMkLst>
        </pc:spChg>
        <pc:spChg chg="del mod">
          <ac:chgData name="siddi koteswaramma" userId="ead2f222c84cbcb8" providerId="LiveId" clId="{B7F78286-81CE-4F30-AB92-CEBB78ED937B}" dt="2026-02-14T02:34:38.998" v="180"/>
          <ac:spMkLst>
            <pc:docMk/>
            <pc:sldMk cId="2468138933" sldId="269"/>
            <ac:spMk id="7" creationId="{BE83F6EA-253B-C9CC-524A-29AE3FF23719}"/>
          </ac:spMkLst>
        </pc:spChg>
        <pc:spChg chg="mod">
          <ac:chgData name="siddi koteswaramma" userId="ead2f222c84cbcb8" providerId="LiveId" clId="{B7F78286-81CE-4F30-AB92-CEBB78ED937B}" dt="2026-02-14T03:27:41.020" v="780" actId="20577"/>
          <ac:spMkLst>
            <pc:docMk/>
            <pc:sldMk cId="2468138933" sldId="269"/>
            <ac:spMk id="32" creationId="{EFF0A46C-AE69-245B-FB60-CDDE739E5262}"/>
          </ac:spMkLst>
        </pc:spChg>
        <pc:spChg chg="mod">
          <ac:chgData name="siddi koteswaramma" userId="ead2f222c84cbcb8" providerId="LiveId" clId="{B7F78286-81CE-4F30-AB92-CEBB78ED937B}" dt="2026-02-14T03:32:32.424" v="848" actId="2711"/>
          <ac:spMkLst>
            <pc:docMk/>
            <pc:sldMk cId="2468138933" sldId="269"/>
            <ac:spMk id="33" creationId="{CC0AFA2F-9EA6-5D57-0535-3457C56246E8}"/>
          </ac:spMkLst>
        </pc:spChg>
      </pc:sldChg>
      <pc:sldChg chg="modSp add mod">
        <pc:chgData name="siddi koteswaramma" userId="ead2f222c84cbcb8" providerId="LiveId" clId="{B7F78286-81CE-4F30-AB92-CEBB78ED937B}" dt="2026-02-14T03:30:24.090" v="837"/>
        <pc:sldMkLst>
          <pc:docMk/>
          <pc:sldMk cId="1468769265" sldId="270"/>
        </pc:sldMkLst>
        <pc:spChg chg="mod">
          <ac:chgData name="siddi koteswaramma" userId="ead2f222c84cbcb8" providerId="LiveId" clId="{B7F78286-81CE-4F30-AB92-CEBB78ED937B}" dt="2026-02-14T03:30:24.090" v="837"/>
          <ac:spMkLst>
            <pc:docMk/>
            <pc:sldMk cId="1468769265" sldId="270"/>
            <ac:spMk id="3" creationId="{AF5B2C0A-8461-A8FA-1BFB-216EE3D7094A}"/>
          </ac:spMkLst>
        </pc:spChg>
        <pc:spChg chg="mod">
          <ac:chgData name="siddi koteswaramma" userId="ead2f222c84cbcb8" providerId="LiveId" clId="{B7F78286-81CE-4F30-AB92-CEBB78ED937B}" dt="2026-02-14T02:51:53.775" v="540" actId="20577"/>
          <ac:spMkLst>
            <pc:docMk/>
            <pc:sldMk cId="1468769265" sldId="270"/>
            <ac:spMk id="5" creationId="{A71C0A62-F30A-0F5C-F2C8-002B6FF46310}"/>
          </ac:spMkLst>
        </pc:spChg>
        <pc:spChg chg="mod">
          <ac:chgData name="siddi koteswaramma" userId="ead2f222c84cbcb8" providerId="LiveId" clId="{B7F78286-81CE-4F30-AB92-CEBB78ED937B}" dt="2026-02-14T03:27:46.065" v="782" actId="20577"/>
          <ac:spMkLst>
            <pc:docMk/>
            <pc:sldMk cId="1468769265" sldId="270"/>
            <ac:spMk id="32" creationId="{DF8E9954-9B38-DA12-D9DD-4A4C818430D8}"/>
          </ac:spMkLst>
        </pc:spChg>
        <pc:grpChg chg="mod">
          <ac:chgData name="siddi koteswaramma" userId="ead2f222c84cbcb8" providerId="LiveId" clId="{B7F78286-81CE-4F30-AB92-CEBB78ED937B}" dt="2026-02-14T03:06:15.549" v="541" actId="14100"/>
          <ac:grpSpMkLst>
            <pc:docMk/>
            <pc:sldMk cId="1468769265" sldId="270"/>
            <ac:grpSpMk id="19" creationId="{E1CBE933-68AF-307E-7561-247DE389A25A}"/>
          </ac:grpSpMkLst>
        </pc:grpChg>
      </pc:sldChg>
      <pc:sldChg chg="addSp delSp modSp add mod">
        <pc:chgData name="siddi koteswaramma" userId="ead2f222c84cbcb8" providerId="LiveId" clId="{B7F78286-81CE-4F30-AB92-CEBB78ED937B}" dt="2026-02-14T03:30:32.106" v="838"/>
        <pc:sldMkLst>
          <pc:docMk/>
          <pc:sldMk cId="3414391743" sldId="271"/>
        </pc:sldMkLst>
        <pc:spChg chg="mod">
          <ac:chgData name="siddi koteswaramma" userId="ead2f222c84cbcb8" providerId="LiveId" clId="{B7F78286-81CE-4F30-AB92-CEBB78ED937B}" dt="2026-02-14T03:30:32.106" v="838"/>
          <ac:spMkLst>
            <pc:docMk/>
            <pc:sldMk cId="3414391743" sldId="271"/>
            <ac:spMk id="3" creationId="{AF9258FF-F982-D117-A4A9-7AEC3F159A80}"/>
          </ac:spMkLst>
        </pc:spChg>
        <pc:spChg chg="add">
          <ac:chgData name="siddi koteswaramma" userId="ead2f222c84cbcb8" providerId="LiveId" clId="{B7F78286-81CE-4F30-AB92-CEBB78ED937B}" dt="2026-02-14T03:07:26.019" v="552"/>
          <ac:spMkLst>
            <pc:docMk/>
            <pc:sldMk cId="3414391743" sldId="271"/>
            <ac:spMk id="4" creationId="{2793CCC4-18C8-4E90-26CC-7872B0CF6B5E}"/>
          </ac:spMkLst>
        </pc:spChg>
        <pc:spChg chg="del mod">
          <ac:chgData name="siddi koteswaramma" userId="ead2f222c84cbcb8" providerId="LiveId" clId="{B7F78286-81CE-4F30-AB92-CEBB78ED937B}" dt="2026-02-14T03:07:38.166" v="554" actId="478"/>
          <ac:spMkLst>
            <pc:docMk/>
            <pc:sldMk cId="3414391743" sldId="271"/>
            <ac:spMk id="5" creationId="{80D5305C-56BD-AF34-7092-297855AA96E8}"/>
          </ac:spMkLst>
        </pc:spChg>
        <pc:spChg chg="add">
          <ac:chgData name="siddi koteswaramma" userId="ead2f222c84cbcb8" providerId="LiveId" clId="{B7F78286-81CE-4F30-AB92-CEBB78ED937B}" dt="2026-02-14T03:07:31.292" v="553"/>
          <ac:spMkLst>
            <pc:docMk/>
            <pc:sldMk cId="3414391743" sldId="271"/>
            <ac:spMk id="6" creationId="{3770B0F9-FAD2-5900-C51A-C87123313084}"/>
          </ac:spMkLst>
        </pc:spChg>
        <pc:spChg chg="add mod">
          <ac:chgData name="siddi koteswaramma" userId="ead2f222c84cbcb8" providerId="LiveId" clId="{B7F78286-81CE-4F30-AB92-CEBB78ED937B}" dt="2026-02-14T03:11:27.248" v="579" actId="1076"/>
          <ac:spMkLst>
            <pc:docMk/>
            <pc:sldMk cId="3414391743" sldId="271"/>
            <ac:spMk id="8" creationId="{5B27B289-9AB4-E650-252E-883E57C61B04}"/>
          </ac:spMkLst>
        </pc:spChg>
        <pc:spChg chg="mod">
          <ac:chgData name="siddi koteswaramma" userId="ead2f222c84cbcb8" providerId="LiveId" clId="{B7F78286-81CE-4F30-AB92-CEBB78ED937B}" dt="2026-02-14T03:27:50.465" v="784" actId="20577"/>
          <ac:spMkLst>
            <pc:docMk/>
            <pc:sldMk cId="3414391743" sldId="271"/>
            <ac:spMk id="32" creationId="{0AE1608D-E371-40E2-8CF6-754C3D8BE259}"/>
          </ac:spMkLst>
        </pc:spChg>
        <pc:spChg chg="mod">
          <ac:chgData name="siddi koteswaramma" userId="ead2f222c84cbcb8" providerId="LiveId" clId="{B7F78286-81CE-4F30-AB92-CEBB78ED937B}" dt="2026-02-14T03:06:57.413" v="547" actId="2711"/>
          <ac:spMkLst>
            <pc:docMk/>
            <pc:sldMk cId="3414391743" sldId="271"/>
            <ac:spMk id="33" creationId="{94F065BA-6BE5-22C3-FAEC-1493FBAF8006}"/>
          </ac:spMkLst>
        </pc:spChg>
        <pc:picChg chg="add mod">
          <ac:chgData name="siddi koteswaramma" userId="ead2f222c84cbcb8" providerId="LiveId" clId="{B7F78286-81CE-4F30-AB92-CEBB78ED937B}" dt="2026-02-14T03:10:28.591" v="573" actId="208"/>
          <ac:picMkLst>
            <pc:docMk/>
            <pc:sldMk cId="3414391743" sldId="271"/>
            <ac:picMk id="10" creationId="{5549863A-B380-F439-70B5-A375CC6444FE}"/>
          </ac:picMkLst>
        </pc:picChg>
      </pc:sldChg>
      <pc:sldChg chg="addSp delSp modSp add mod">
        <pc:chgData name="siddi koteswaramma" userId="ead2f222c84cbcb8" providerId="LiveId" clId="{B7F78286-81CE-4F30-AB92-CEBB78ED937B}" dt="2026-02-14T03:30:38.445" v="839"/>
        <pc:sldMkLst>
          <pc:docMk/>
          <pc:sldMk cId="994935448" sldId="272"/>
        </pc:sldMkLst>
        <pc:spChg chg="mod">
          <ac:chgData name="siddi koteswaramma" userId="ead2f222c84cbcb8" providerId="LiveId" clId="{B7F78286-81CE-4F30-AB92-CEBB78ED937B}" dt="2026-02-14T03:30:38.445" v="839"/>
          <ac:spMkLst>
            <pc:docMk/>
            <pc:sldMk cId="994935448" sldId="272"/>
            <ac:spMk id="3" creationId="{C8F1A6E0-5E45-98D9-8981-D98720F852BB}"/>
          </ac:spMkLst>
        </pc:spChg>
        <pc:spChg chg="add mod">
          <ac:chgData name="siddi koteswaramma" userId="ead2f222c84cbcb8" providerId="LiveId" clId="{B7F78286-81CE-4F30-AB92-CEBB78ED937B}" dt="2026-02-14T03:14:58.232" v="627" actId="1076"/>
          <ac:spMkLst>
            <pc:docMk/>
            <pc:sldMk cId="994935448" sldId="272"/>
            <ac:spMk id="7" creationId="{FFCB4E6E-F811-DE8D-D0FF-FF99A95D741D}"/>
          </ac:spMkLst>
        </pc:spChg>
        <pc:spChg chg="del mod">
          <ac:chgData name="siddi koteswaramma" userId="ead2f222c84cbcb8" providerId="LiveId" clId="{B7F78286-81CE-4F30-AB92-CEBB78ED937B}" dt="2026-02-14T03:12:01.500" v="583" actId="478"/>
          <ac:spMkLst>
            <pc:docMk/>
            <pc:sldMk cId="994935448" sldId="272"/>
            <ac:spMk id="8" creationId="{73E5850F-78E1-6936-1190-F960BB3F98AB}"/>
          </ac:spMkLst>
        </pc:spChg>
        <pc:spChg chg="mod">
          <ac:chgData name="siddi koteswaramma" userId="ead2f222c84cbcb8" providerId="LiveId" clId="{B7F78286-81CE-4F30-AB92-CEBB78ED937B}" dt="2026-02-14T03:27:54.843" v="786" actId="20577"/>
          <ac:spMkLst>
            <pc:docMk/>
            <pc:sldMk cId="994935448" sldId="272"/>
            <ac:spMk id="32" creationId="{4851D33C-C914-EEC9-1CA4-E51C9DCE7B2A}"/>
          </ac:spMkLst>
        </pc:spChg>
        <pc:picChg chg="add mod">
          <ac:chgData name="siddi koteswaramma" userId="ead2f222c84cbcb8" providerId="LiveId" clId="{B7F78286-81CE-4F30-AB92-CEBB78ED937B}" dt="2026-02-14T03:14:54.849" v="626" actId="1076"/>
          <ac:picMkLst>
            <pc:docMk/>
            <pc:sldMk cId="994935448" sldId="272"/>
            <ac:picMk id="5" creationId="{2515CC10-F993-A549-15FB-9537F80042FA}"/>
          </ac:picMkLst>
        </pc:picChg>
        <pc:picChg chg="del mod">
          <ac:chgData name="siddi koteswaramma" userId="ead2f222c84cbcb8" providerId="LiveId" clId="{B7F78286-81CE-4F30-AB92-CEBB78ED937B}" dt="2026-02-14T03:12:27.663" v="586" actId="478"/>
          <ac:picMkLst>
            <pc:docMk/>
            <pc:sldMk cId="994935448" sldId="272"/>
            <ac:picMk id="10" creationId="{8DFC0D1D-9D55-A5D8-CE68-CE89407A1482}"/>
          </ac:picMkLst>
        </pc:picChg>
      </pc:sldChg>
      <pc:sldChg chg="addSp delSp modSp add mod">
        <pc:chgData name="siddi koteswaramma" userId="ead2f222c84cbcb8" providerId="LiveId" clId="{B7F78286-81CE-4F30-AB92-CEBB78ED937B}" dt="2026-02-14T03:30:43.146" v="840"/>
        <pc:sldMkLst>
          <pc:docMk/>
          <pc:sldMk cId="3489618064" sldId="273"/>
        </pc:sldMkLst>
        <pc:spChg chg="mod">
          <ac:chgData name="siddi koteswaramma" userId="ead2f222c84cbcb8" providerId="LiveId" clId="{B7F78286-81CE-4F30-AB92-CEBB78ED937B}" dt="2026-02-14T03:30:43.146" v="840"/>
          <ac:spMkLst>
            <pc:docMk/>
            <pc:sldMk cId="3489618064" sldId="273"/>
            <ac:spMk id="3" creationId="{414B155C-386B-D06E-F751-4FBF46AC644E}"/>
          </ac:spMkLst>
        </pc:spChg>
        <pc:spChg chg="add mod">
          <ac:chgData name="siddi koteswaramma" userId="ead2f222c84cbcb8" providerId="LiveId" clId="{B7F78286-81CE-4F30-AB92-CEBB78ED937B}" dt="2026-02-14T03:21:07.226" v="663" actId="12"/>
          <ac:spMkLst>
            <pc:docMk/>
            <pc:sldMk cId="3489618064" sldId="273"/>
            <ac:spMk id="4" creationId="{AB0801ED-2ACE-C9B2-FFC1-A55E5D26C5D1}"/>
          </ac:spMkLst>
        </pc:spChg>
        <pc:spChg chg="del">
          <ac:chgData name="siddi koteswaramma" userId="ead2f222c84cbcb8" providerId="LiveId" clId="{B7F78286-81CE-4F30-AB92-CEBB78ED937B}" dt="2026-02-14T03:15:59.716" v="635" actId="478"/>
          <ac:spMkLst>
            <pc:docMk/>
            <pc:sldMk cId="3489618064" sldId="273"/>
            <ac:spMk id="7" creationId="{FA045999-177F-3BBE-0DB2-0220568EA3DE}"/>
          </ac:spMkLst>
        </pc:spChg>
        <pc:spChg chg="mod">
          <ac:chgData name="siddi koteswaramma" userId="ead2f222c84cbcb8" providerId="LiveId" clId="{B7F78286-81CE-4F30-AB92-CEBB78ED937B}" dt="2026-02-14T03:27:59.936" v="789" actId="20577"/>
          <ac:spMkLst>
            <pc:docMk/>
            <pc:sldMk cId="3489618064" sldId="273"/>
            <ac:spMk id="32" creationId="{F5B86BE9-A717-55D8-776C-900B697FF418}"/>
          </ac:spMkLst>
        </pc:spChg>
        <pc:spChg chg="mod">
          <ac:chgData name="siddi koteswaramma" userId="ead2f222c84cbcb8" providerId="LiveId" clId="{B7F78286-81CE-4F30-AB92-CEBB78ED937B}" dt="2026-02-14T03:15:50.394" v="634" actId="2711"/>
          <ac:spMkLst>
            <pc:docMk/>
            <pc:sldMk cId="3489618064" sldId="273"/>
            <ac:spMk id="33" creationId="{100B6D51-FD35-6DCB-DE4B-4A4DDC4E9327}"/>
          </ac:spMkLst>
        </pc:spChg>
        <pc:picChg chg="del">
          <ac:chgData name="siddi koteswaramma" userId="ead2f222c84cbcb8" providerId="LiveId" clId="{B7F78286-81CE-4F30-AB92-CEBB78ED937B}" dt="2026-02-14T03:16:02.109" v="636" actId="478"/>
          <ac:picMkLst>
            <pc:docMk/>
            <pc:sldMk cId="3489618064" sldId="273"/>
            <ac:picMk id="5" creationId="{EABCEC5F-3FEF-39AF-072C-063F329D9584}"/>
          </ac:picMkLst>
        </pc:picChg>
      </pc:sldChg>
      <pc:sldChg chg="addSp modSp add mod">
        <pc:chgData name="siddi koteswaramma" userId="ead2f222c84cbcb8" providerId="LiveId" clId="{B7F78286-81CE-4F30-AB92-CEBB78ED937B}" dt="2026-02-14T03:30:47.524" v="841"/>
        <pc:sldMkLst>
          <pc:docMk/>
          <pc:sldMk cId="2400513848" sldId="274"/>
        </pc:sldMkLst>
        <pc:spChg chg="mod">
          <ac:chgData name="siddi koteswaramma" userId="ead2f222c84cbcb8" providerId="LiveId" clId="{B7F78286-81CE-4F30-AB92-CEBB78ED937B}" dt="2026-02-14T03:30:47.524" v="841"/>
          <ac:spMkLst>
            <pc:docMk/>
            <pc:sldMk cId="2400513848" sldId="274"/>
            <ac:spMk id="3" creationId="{B6713904-4CC4-6F53-992B-361D82B18D6D}"/>
          </ac:spMkLst>
        </pc:spChg>
        <pc:spChg chg="add mod">
          <ac:chgData name="siddi koteswaramma" userId="ead2f222c84cbcb8" providerId="LiveId" clId="{B7F78286-81CE-4F30-AB92-CEBB78ED937B}" dt="2026-02-14T03:26:33.614" v="774" actId="12"/>
          <ac:spMkLst>
            <pc:docMk/>
            <pc:sldMk cId="2400513848" sldId="274"/>
            <ac:spMk id="5" creationId="{910F397A-0A31-D652-CE1F-658B45FCBB89}"/>
          </ac:spMkLst>
        </pc:spChg>
        <pc:spChg chg="mod">
          <ac:chgData name="siddi koteswaramma" userId="ead2f222c84cbcb8" providerId="LiveId" clId="{B7F78286-81CE-4F30-AB92-CEBB78ED937B}" dt="2026-02-14T03:28:04.612" v="792" actId="20577"/>
          <ac:spMkLst>
            <pc:docMk/>
            <pc:sldMk cId="2400513848" sldId="274"/>
            <ac:spMk id="32" creationId="{8408C064-0A9E-D1BF-020B-B6CC99BE3907}"/>
          </ac:spMkLst>
        </pc:spChg>
        <pc:spChg chg="mod">
          <ac:chgData name="siddi koteswaramma" userId="ead2f222c84cbcb8" providerId="LiveId" clId="{B7F78286-81CE-4F30-AB92-CEBB78ED937B}" dt="2026-02-14T03:16:23.384" v="648" actId="20577"/>
          <ac:spMkLst>
            <pc:docMk/>
            <pc:sldMk cId="2400513848" sldId="274"/>
            <ac:spMk id="33" creationId="{40EB4BA8-A113-C4E6-6011-C302105EDFE8}"/>
          </ac:spMkLst>
        </pc:spChg>
      </pc:sldChg>
      <pc:sldChg chg="addSp modSp add mod">
        <pc:chgData name="siddi koteswaramma" userId="ead2f222c84cbcb8" providerId="LiveId" clId="{B7F78286-81CE-4F30-AB92-CEBB78ED937B}" dt="2026-02-14T03:30:52.156" v="842"/>
        <pc:sldMkLst>
          <pc:docMk/>
          <pc:sldMk cId="722013967" sldId="275"/>
        </pc:sldMkLst>
        <pc:spChg chg="mod">
          <ac:chgData name="siddi koteswaramma" userId="ead2f222c84cbcb8" providerId="LiveId" clId="{B7F78286-81CE-4F30-AB92-CEBB78ED937B}" dt="2026-02-14T03:30:52.156" v="842"/>
          <ac:spMkLst>
            <pc:docMk/>
            <pc:sldMk cId="722013967" sldId="275"/>
            <ac:spMk id="3" creationId="{69499887-6D0C-18F7-1A1C-2219416A073C}"/>
          </ac:spMkLst>
        </pc:spChg>
        <pc:spChg chg="add mod">
          <ac:chgData name="siddi koteswaramma" userId="ead2f222c84cbcb8" providerId="LiveId" clId="{B7F78286-81CE-4F30-AB92-CEBB78ED937B}" dt="2026-02-14T03:26:24.644" v="773" actId="12"/>
          <ac:spMkLst>
            <pc:docMk/>
            <pc:sldMk cId="722013967" sldId="275"/>
            <ac:spMk id="5" creationId="{6AC03F0A-27C1-5B99-E59C-60B4C535E3CF}"/>
          </ac:spMkLst>
        </pc:spChg>
        <pc:spChg chg="mod">
          <ac:chgData name="siddi koteswaramma" userId="ead2f222c84cbcb8" providerId="LiveId" clId="{B7F78286-81CE-4F30-AB92-CEBB78ED937B}" dt="2026-02-14T03:28:12.546" v="795" actId="20577"/>
          <ac:spMkLst>
            <pc:docMk/>
            <pc:sldMk cId="722013967" sldId="275"/>
            <ac:spMk id="32" creationId="{26C26EE4-8671-E3B3-4372-99623F4983E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CD628A-ED82-460C-8B00-4897CAD3A981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2F11B-9526-496F-B439-F39702461B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157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758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30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554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AA49E-7604-A604-C33C-E1780F876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4FACBE-8934-88F3-06AE-A5BDE6C23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102FF-1FA1-9B90-1494-205620CF4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3589C-9B71-655F-12FC-F0D9C52CBF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747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E3007-3A7A-B5A0-2D5F-0A74AE671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269B6-29F6-9B14-E835-A7CADE945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A0ADC-3A71-27B8-A5C0-C5FBB0E473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29477-F1B2-9C67-EE1A-4128B2E4C8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761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B62BB-6F7E-502B-D863-E322C54DF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4DAD4-552B-61F9-C388-574C18211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FAA41-B79E-37F6-1915-13684A20D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DCC0A-065A-1564-58BF-5868CD6AE4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028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D29DC-B8F1-BF49-F45C-529CBF171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D43D4-5115-16A7-960E-8EA43BB5B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26A3F-FB7B-E272-E1E0-DD5E1C5EC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1732F-B0A9-3D12-0D72-25C824E60B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51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A5092-C47D-7696-BF74-97837A13D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AD254-8FB1-CED5-D0DE-30FBC311F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470ABE-A44B-ABDE-B2EE-40E2C8AF7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6E4B3-0C73-4CE7-E64A-015F84987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690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7CF4E-0A25-B45F-FBDF-2AB5AF71D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DAE47E-5D13-6F99-BC77-5E4D3998E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99DE5D-8BDB-2D07-4BD9-962C68D90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0674D-44AF-DA33-6DFF-228E654A38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0460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272F6-44F5-5353-68F0-06028B3C1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EDA5B7-30D0-6FE5-3523-B11ADA552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84F58-BA2B-4F16-3B47-B347C0129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769BB-CD2F-1F62-54CC-E78BBB7A4E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201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8607E-6B87-6C07-DE7A-D93329946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6B766-CB9E-31DE-B6EC-53C8A8CAB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CF97F-3802-B768-3D6A-577E5A15E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5D274-000B-98F0-B063-289EE553E3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902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92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58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40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35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097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19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204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69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13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81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96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57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1109/InCoWoCo64194.2024.10863245" TargetMode="Externa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0249">
                <a:alpha val="100000"/>
              </a:srgbClr>
            </a:gs>
            <a:gs pos="100000">
              <a:srgbClr val="570A5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48EA235-D1DB-55CD-A686-AF3F8CC9A4A5}"/>
              </a:ext>
            </a:extLst>
          </p:cNvPr>
          <p:cNvSpPr/>
          <p:nvPr/>
        </p:nvSpPr>
        <p:spPr>
          <a:xfrm>
            <a:off x="-128826" y="-114300"/>
            <a:ext cx="18413505" cy="104103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grpSp>
        <p:nvGrpSpPr>
          <p:cNvPr id="8" name="Group 8"/>
          <p:cNvGrpSpPr/>
          <p:nvPr/>
        </p:nvGrpSpPr>
        <p:grpSpPr>
          <a:xfrm>
            <a:off x="-125505" y="1148195"/>
            <a:ext cx="12793710" cy="2436868"/>
            <a:chOff x="0" y="0"/>
            <a:chExt cx="3369537" cy="847852"/>
          </a:xfr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</p:grpSpPr>
        <p:sp>
          <p:nvSpPr>
            <p:cNvPr id="9" name="Freeform 9"/>
            <p:cNvSpPr/>
            <p:nvPr/>
          </p:nvSpPr>
          <p:spPr>
            <a:xfrm>
              <a:off x="0" y="0"/>
              <a:ext cx="3369537" cy="847852"/>
            </a:xfrm>
            <a:custGeom>
              <a:avLst/>
              <a:gdLst/>
              <a:ahLst/>
              <a:cxnLst/>
              <a:rect l="l" t="t" r="r" b="b"/>
              <a:pathLst>
                <a:path w="3369537" h="847852">
                  <a:moveTo>
                    <a:pt x="0" y="0"/>
                  </a:moveTo>
                  <a:lnTo>
                    <a:pt x="3369537" y="0"/>
                  </a:lnTo>
                  <a:lnTo>
                    <a:pt x="3369537" y="847852"/>
                  </a:lnTo>
                  <a:lnTo>
                    <a:pt x="0" y="84785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3369537" cy="92405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997074" y="180809"/>
            <a:ext cx="675024" cy="607522"/>
          </a:xfrm>
          <a:custGeom>
            <a:avLst/>
            <a:gdLst/>
            <a:ahLst/>
            <a:cxnLst/>
            <a:rect l="l" t="t" r="r" b="b"/>
            <a:pathLst>
              <a:path w="675024" h="607522">
                <a:moveTo>
                  <a:pt x="0" y="0"/>
                </a:moveTo>
                <a:lnTo>
                  <a:pt x="675024" y="0"/>
                </a:lnTo>
                <a:lnTo>
                  <a:pt x="675024" y="607522"/>
                </a:lnTo>
                <a:lnTo>
                  <a:pt x="0" y="607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12375523" y="929183"/>
            <a:ext cx="5899921" cy="9343711"/>
          </a:xfrm>
          <a:custGeom>
            <a:avLst/>
            <a:gdLst/>
            <a:ahLst/>
            <a:cxnLst/>
            <a:rect l="l" t="t" r="r" b="b"/>
            <a:pathLst>
              <a:path w="5899921" h="6772398">
                <a:moveTo>
                  <a:pt x="0" y="0"/>
                </a:moveTo>
                <a:lnTo>
                  <a:pt x="5899921" y="0"/>
                </a:lnTo>
                <a:lnTo>
                  <a:pt x="5899921" y="6772398"/>
                </a:lnTo>
                <a:lnTo>
                  <a:pt x="0" y="6772398"/>
                </a:lnTo>
                <a:lnTo>
                  <a:pt x="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 rot="5400000">
            <a:off x="9837000" y="-917621"/>
            <a:ext cx="353151" cy="2244949"/>
          </a:xfrm>
          <a:custGeom>
            <a:avLst/>
            <a:gdLst/>
            <a:ahLst/>
            <a:cxnLst/>
            <a:rect l="l" t="t" r="r" b="b"/>
            <a:pathLst>
              <a:path w="353151" h="2244949">
                <a:moveTo>
                  <a:pt x="0" y="0"/>
                </a:moveTo>
                <a:lnTo>
                  <a:pt x="353150" y="0"/>
                </a:lnTo>
                <a:lnTo>
                  <a:pt x="353150" y="2244949"/>
                </a:lnTo>
                <a:lnTo>
                  <a:pt x="0" y="2244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342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12971489" y="7027415"/>
            <a:ext cx="1532291" cy="1481356"/>
          </a:xfrm>
          <a:custGeom>
            <a:avLst/>
            <a:gdLst/>
            <a:ahLst/>
            <a:cxnLst/>
            <a:rect l="l" t="t" r="r" b="b"/>
            <a:pathLst>
              <a:path w="2299286" h="2407630">
                <a:moveTo>
                  <a:pt x="0" y="0"/>
                </a:moveTo>
                <a:lnTo>
                  <a:pt x="2299286" y="0"/>
                </a:lnTo>
                <a:lnTo>
                  <a:pt x="2299286" y="2407630"/>
                </a:lnTo>
                <a:lnTo>
                  <a:pt x="0" y="2407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Freeform 21"/>
          <p:cNvSpPr/>
          <p:nvPr/>
        </p:nvSpPr>
        <p:spPr>
          <a:xfrm>
            <a:off x="15416267" y="245617"/>
            <a:ext cx="1740377" cy="896517"/>
          </a:xfrm>
          <a:custGeom>
            <a:avLst/>
            <a:gdLst/>
            <a:ahLst/>
            <a:cxnLst/>
            <a:rect l="l" t="t" r="r" b="b"/>
            <a:pathLst>
              <a:path w="2762099" h="1557695">
                <a:moveTo>
                  <a:pt x="0" y="0"/>
                </a:moveTo>
                <a:lnTo>
                  <a:pt x="2762099" y="0"/>
                </a:lnTo>
                <a:lnTo>
                  <a:pt x="2762099" y="1557695"/>
                </a:lnTo>
                <a:lnTo>
                  <a:pt x="0" y="15576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8281214" y="-1092836"/>
            <a:ext cx="12099851" cy="13057392"/>
            <a:chOff x="0" y="0"/>
            <a:chExt cx="47074671" cy="50800000"/>
          </a:xfrm>
          <a:solidFill>
            <a:srgbClr val="002060"/>
          </a:solidFill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074708" cy="50800000"/>
            </a:xfrm>
            <a:custGeom>
              <a:avLst/>
              <a:gdLst/>
              <a:ahLst/>
              <a:cxnLst/>
              <a:rect l="l" t="t" r="r" b="b"/>
              <a:pathLst>
                <a:path w="47074708" h="50800000">
                  <a:moveTo>
                    <a:pt x="15683612" y="0"/>
                  </a:moveTo>
                  <a:cubicBezTo>
                    <a:pt x="12605132" y="5101971"/>
                    <a:pt x="9509761" y="11165840"/>
                    <a:pt x="6869812" y="18181320"/>
                  </a:cubicBezTo>
                  <a:cubicBezTo>
                    <a:pt x="1950720" y="31262321"/>
                    <a:pt x="436880" y="42827829"/>
                    <a:pt x="0" y="50800000"/>
                  </a:cubicBezTo>
                  <a:lnTo>
                    <a:pt x="33748092" y="50800000"/>
                  </a:lnTo>
                  <a:cubicBezTo>
                    <a:pt x="32344361" y="48146590"/>
                    <a:pt x="27120345" y="37527613"/>
                    <a:pt x="30297121" y="24114761"/>
                  </a:cubicBezTo>
                  <a:cubicBezTo>
                    <a:pt x="33778571" y="9425051"/>
                    <a:pt x="44795439" y="2103120"/>
                    <a:pt x="47074708" y="656971"/>
                  </a:cubicBezTo>
                  <a:lnTo>
                    <a:pt x="47074708" y="0"/>
                  </a:lnTo>
                  <a:close/>
                </a:path>
              </a:pathLst>
            </a:custGeom>
            <a:grpFill/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" name="Group 14">
            <a:extLst>
              <a:ext uri="{FF2B5EF4-FFF2-40B4-BE49-F238E27FC236}">
                <a16:creationId xmlns:a16="http://schemas.microsoft.com/office/drawing/2014/main" id="{E3F34685-A98F-49DB-A7E3-66A3DBBD73F7}"/>
              </a:ext>
            </a:extLst>
          </p:cNvPr>
          <p:cNvGrpSpPr/>
          <p:nvPr/>
        </p:nvGrpSpPr>
        <p:grpSpPr>
          <a:xfrm>
            <a:off x="9363075" y="12392"/>
            <a:ext cx="8924925" cy="10274608"/>
            <a:chOff x="0" y="0"/>
            <a:chExt cx="43458647" cy="50030734"/>
          </a:xfrm>
        </p:grpSpPr>
        <p:sp>
          <p:nvSpPr>
            <p:cNvPr id="35" name="Freeform 15">
              <a:extLst>
                <a:ext uri="{FF2B5EF4-FFF2-40B4-BE49-F238E27FC236}">
                  <a16:creationId xmlns:a16="http://schemas.microsoft.com/office/drawing/2014/main" id="{6F4A60EA-903A-47B9-823E-7B859DCA0143}"/>
                </a:ext>
              </a:extLst>
            </p:cNvPr>
            <p:cNvSpPr/>
            <p:nvPr/>
          </p:nvSpPr>
          <p:spPr>
            <a:xfrm>
              <a:off x="0" y="0"/>
              <a:ext cx="43458684" cy="50030735"/>
            </a:xfrm>
            <a:custGeom>
              <a:avLst/>
              <a:gdLst/>
              <a:ahLst/>
              <a:cxnLst/>
              <a:rect l="l" t="t" r="r" b="b"/>
              <a:pathLst>
                <a:path w="43458684" h="50030735">
                  <a:moveTo>
                    <a:pt x="14478881" y="0"/>
                  </a:moveTo>
                  <a:cubicBezTo>
                    <a:pt x="11636873" y="5024712"/>
                    <a:pt x="8779272" y="10996756"/>
                    <a:pt x="6342109" y="17906000"/>
                  </a:cubicBezTo>
                  <a:cubicBezTo>
                    <a:pt x="1800876" y="30788914"/>
                    <a:pt x="403321" y="42179286"/>
                    <a:pt x="0" y="50030735"/>
                  </a:cubicBezTo>
                  <a:lnTo>
                    <a:pt x="31155745" y="50030735"/>
                  </a:lnTo>
                  <a:cubicBezTo>
                    <a:pt x="29859839" y="47417506"/>
                    <a:pt x="25037106" y="36959332"/>
                    <a:pt x="27969859" y="23749591"/>
                  </a:cubicBezTo>
                  <a:cubicBezTo>
                    <a:pt x="31183883" y="9282327"/>
                    <a:pt x="41354493" y="2071272"/>
                    <a:pt x="43458684" y="647022"/>
                  </a:cubicBezTo>
                  <a:lnTo>
                    <a:pt x="43458684" y="0"/>
                  </a:lnTo>
                  <a:close/>
                </a:path>
              </a:pathLst>
            </a:custGeom>
            <a:blipFill>
              <a:blip r:embed="rId8"/>
              <a:stretch>
                <a:fillRect l="-36166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819504" y="114300"/>
            <a:ext cx="6136971" cy="674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latin typeface="Telegraf"/>
                <a:ea typeface="Telegraf"/>
                <a:cs typeface="Telegraf"/>
                <a:sym typeface="Telegraf"/>
              </a:rPr>
              <a:t>IC3ECSBHI 2026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0813" y="1200147"/>
            <a:ext cx="9785886" cy="2114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8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  <a:r>
              <a:rPr lang="en-US" sz="2800" b="1" baseline="30000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nd</a:t>
            </a:r>
            <a:r>
              <a:rPr lang="en-US" sz="28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IEEE International Conference on </a:t>
            </a:r>
          </a:p>
          <a:p>
            <a:pPr algn="ctr">
              <a:lnSpc>
                <a:spcPts val="4152"/>
              </a:lnSpc>
            </a:pPr>
            <a:r>
              <a:rPr lang="en-US" sz="28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Cognitive Computing in Engineering, Communications, Sciences and Biomedical Health Informatics</a:t>
            </a:r>
          </a:p>
          <a:p>
            <a:pPr algn="ctr">
              <a:lnSpc>
                <a:spcPts val="4152"/>
              </a:lnSpc>
            </a:pPr>
            <a:r>
              <a:rPr lang="en-US" sz="24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February 12-14, 2026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201" y="5191521"/>
            <a:ext cx="9286874" cy="2175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40"/>
              </a:lnSpc>
              <a:spcBef>
                <a:spcPct val="0"/>
              </a:spcBef>
            </a:pPr>
            <a:r>
              <a:rPr lang="en-US" sz="2800" b="1" dirty="0">
                <a:latin typeface="Times New Roman" panose="02020603050405020304" pitchFamily="18" charset="0"/>
                <a:ea typeface="Montserrat Bold"/>
                <a:cs typeface="Montserrat Bold"/>
                <a:sym typeface="Montserrat Bold"/>
              </a:rPr>
              <a:t>PAPER TITLE 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Data Cleaning to Deep Learning: A Full-Stack Approach to Loan Default Risk Prediction in Banking Applications</a:t>
            </a:r>
            <a:endParaRPr lang="en-US" sz="2800" dirty="0">
              <a:latin typeface="Times New Roman" panose="02020603050405020304" pitchFamily="18" charset="0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263442" y="4675301"/>
            <a:ext cx="3442157" cy="498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800" b="1" dirty="0"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PAPER ID </a:t>
            </a:r>
            <a:r>
              <a:rPr lang="en-US" sz="2800" dirty="0"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: 416</a:t>
            </a:r>
          </a:p>
        </p:txBody>
      </p:sp>
      <p:grpSp>
        <p:nvGrpSpPr>
          <p:cNvPr id="2" name="Group 2"/>
          <p:cNvGrpSpPr/>
          <p:nvPr/>
        </p:nvGrpSpPr>
        <p:grpSpPr>
          <a:xfrm>
            <a:off x="0" y="8517821"/>
            <a:ext cx="18288000" cy="1778229"/>
            <a:chOff x="0" y="0"/>
            <a:chExt cx="3720066" cy="4683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20066" cy="468340"/>
            </a:xfrm>
            <a:custGeom>
              <a:avLst/>
              <a:gdLst/>
              <a:ahLst/>
              <a:cxnLst/>
              <a:rect l="l" t="t" r="r" b="b"/>
              <a:pathLst>
                <a:path w="3720066" h="468340">
                  <a:moveTo>
                    <a:pt x="0" y="0"/>
                  </a:moveTo>
                  <a:lnTo>
                    <a:pt x="3720066" y="0"/>
                  </a:lnTo>
                  <a:lnTo>
                    <a:pt x="3720066" y="468340"/>
                  </a:lnTo>
                  <a:lnTo>
                    <a:pt x="0" y="468340"/>
                  </a:lnTo>
                  <a:close/>
                </a:path>
              </a:pathLst>
            </a:cu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3720066" cy="544540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40CD084E-38A0-4315-AA6B-9D87B25F815E}"/>
              </a:ext>
            </a:extLst>
          </p:cNvPr>
          <p:cNvGrpSpPr/>
          <p:nvPr/>
        </p:nvGrpSpPr>
        <p:grpSpPr>
          <a:xfrm>
            <a:off x="-125505" y="8671137"/>
            <a:ext cx="9067800" cy="1778229"/>
            <a:chOff x="0" y="0"/>
            <a:chExt cx="3720066" cy="468340"/>
          </a:xfr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</p:grpSpPr>
        <p:sp>
          <p:nvSpPr>
            <p:cNvPr id="33" name="Freeform 3">
              <a:extLst>
                <a:ext uri="{FF2B5EF4-FFF2-40B4-BE49-F238E27FC236}">
                  <a16:creationId xmlns:a16="http://schemas.microsoft.com/office/drawing/2014/main" id="{60E283B8-0DA5-4C2D-A85C-14451D8784B1}"/>
                </a:ext>
              </a:extLst>
            </p:cNvPr>
            <p:cNvSpPr/>
            <p:nvPr/>
          </p:nvSpPr>
          <p:spPr>
            <a:xfrm>
              <a:off x="0" y="0"/>
              <a:ext cx="3720066" cy="468340"/>
            </a:xfrm>
            <a:custGeom>
              <a:avLst/>
              <a:gdLst/>
              <a:ahLst/>
              <a:cxnLst/>
              <a:rect l="l" t="t" r="r" b="b"/>
              <a:pathLst>
                <a:path w="3720066" h="468340">
                  <a:moveTo>
                    <a:pt x="0" y="0"/>
                  </a:moveTo>
                  <a:lnTo>
                    <a:pt x="3720066" y="0"/>
                  </a:lnTo>
                  <a:lnTo>
                    <a:pt x="3720066" y="468340"/>
                  </a:lnTo>
                  <a:lnTo>
                    <a:pt x="0" y="46834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4">
              <a:extLst>
                <a:ext uri="{FF2B5EF4-FFF2-40B4-BE49-F238E27FC236}">
                  <a16:creationId xmlns:a16="http://schemas.microsoft.com/office/drawing/2014/main" id="{E6C2CFCF-4BE2-4FB0-8343-1579F83AE512}"/>
                </a:ext>
              </a:extLst>
            </p:cNvPr>
            <p:cNvSpPr txBox="1"/>
            <p:nvPr/>
          </p:nvSpPr>
          <p:spPr>
            <a:xfrm>
              <a:off x="0" y="-76200"/>
              <a:ext cx="3720066" cy="54454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31" name="TextBox 29">
            <a:extLst>
              <a:ext uri="{FF2B5EF4-FFF2-40B4-BE49-F238E27FC236}">
                <a16:creationId xmlns:a16="http://schemas.microsoft.com/office/drawing/2014/main" id="{3E0683CF-D8B9-498D-893E-FE8876E521CF}"/>
              </a:ext>
            </a:extLst>
          </p:cNvPr>
          <p:cNvSpPr txBox="1"/>
          <p:nvPr/>
        </p:nvSpPr>
        <p:spPr>
          <a:xfrm>
            <a:off x="8813764" y="8624678"/>
            <a:ext cx="9847742" cy="1500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14"/>
              </a:lnSpc>
            </a:pPr>
            <a:r>
              <a:rPr lang="en-US" sz="20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ORGANIZED BY:</a:t>
            </a:r>
          </a:p>
          <a:p>
            <a:pPr algn="ctr">
              <a:lnSpc>
                <a:spcPts val="920"/>
              </a:lnSpc>
            </a:pPr>
            <a:endParaRPr lang="en-US" sz="2000" b="1" dirty="0">
              <a:solidFill>
                <a:srgbClr val="FFFFFF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algn="ctr">
              <a:lnSpc>
                <a:spcPts val="3971"/>
              </a:lnSpc>
            </a:pPr>
            <a:r>
              <a:rPr lang="en-US" sz="32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School of Engineering,</a:t>
            </a:r>
          </a:p>
          <a:p>
            <a:pPr algn="ctr">
              <a:lnSpc>
                <a:spcPts val="3971"/>
              </a:lnSpc>
            </a:pPr>
            <a:r>
              <a:rPr lang="en-US" sz="32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Gautam Buddha University, Gr. Noida, India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4733" y="8954015"/>
            <a:ext cx="8206368" cy="12750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Montserrat"/>
                <a:sym typeface="Montserrat"/>
              </a:rPr>
              <a:t>Author(s) : Venkatesh</a:t>
            </a: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Siddi</a:t>
            </a:r>
            <a:endParaRPr lang="en-US" sz="2400" b="1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Montserrat"/>
              <a:sym typeface="Montserrat"/>
            </a:endParaRPr>
          </a:p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Montserrat"/>
                <a:sym typeface="Montserrat"/>
              </a:rPr>
              <a:t>Affiliation : Department of CSE, </a:t>
            </a:r>
            <a:r>
              <a:rPr lang="en-US" sz="2400" b="1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Narasaraopeta</a:t>
            </a: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Montserrat"/>
                <a:sym typeface="Montserrat"/>
              </a:rPr>
              <a:t> Engineering College, </a:t>
            </a:r>
            <a:r>
              <a:rPr lang="en-US" sz="2400" b="1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Narasaraopeta</a:t>
            </a: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Montserrat"/>
                <a:sym typeface="Montserrat"/>
              </a:rPr>
              <a:t>, India.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977CDC-3F2D-4A76-B85F-F26569531329}"/>
              </a:ext>
            </a:extLst>
          </p:cNvPr>
          <p:cNvSpPr txBox="1"/>
          <p:nvPr/>
        </p:nvSpPr>
        <p:spPr>
          <a:xfrm>
            <a:off x="76200" y="3525690"/>
            <a:ext cx="9601200" cy="474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IN" sz="2000" b="1" i="0" dirty="0">
                <a:effectLst/>
                <a:latin typeface="Poppins" panose="00000500000000000000" pitchFamily="2" charset="0"/>
              </a:rPr>
              <a:t>Copyright: 979-8-3315-5691-4/26/$31.00 ©2026 IEEE</a:t>
            </a:r>
            <a:endParaRPr lang="en-US" sz="2000" dirty="0">
              <a:latin typeface="Telegraf Bold" panose="020B0604020202020204" charset="0"/>
              <a:ea typeface="Telegraf"/>
              <a:cs typeface="Telegraf"/>
              <a:sym typeface="Telegraf"/>
            </a:endParaRPr>
          </a:p>
        </p:txBody>
      </p:sp>
      <p:sp>
        <p:nvSpPr>
          <p:cNvPr id="36" name="Freeform 20">
            <a:extLst>
              <a:ext uri="{FF2B5EF4-FFF2-40B4-BE49-F238E27FC236}">
                <a16:creationId xmlns:a16="http://schemas.microsoft.com/office/drawing/2014/main" id="{37E8282C-8BD8-492A-8414-B2A49C73492D}"/>
              </a:ext>
            </a:extLst>
          </p:cNvPr>
          <p:cNvSpPr/>
          <p:nvPr/>
        </p:nvSpPr>
        <p:spPr>
          <a:xfrm>
            <a:off x="12798138" y="7159986"/>
            <a:ext cx="1705646" cy="1488714"/>
          </a:xfrm>
          <a:custGeom>
            <a:avLst/>
            <a:gdLst/>
            <a:ahLst/>
            <a:cxnLst/>
            <a:rect l="l" t="t" r="r" b="b"/>
            <a:pathLst>
              <a:path w="2299286" h="2407630">
                <a:moveTo>
                  <a:pt x="0" y="0"/>
                </a:moveTo>
                <a:lnTo>
                  <a:pt x="2299286" y="0"/>
                </a:lnTo>
                <a:lnTo>
                  <a:pt x="2299286" y="2407630"/>
                </a:lnTo>
                <a:lnTo>
                  <a:pt x="0" y="2407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49D1E2-E8A6-4DBC-A29C-7128DE54C7F0}"/>
              </a:ext>
            </a:extLst>
          </p:cNvPr>
          <p:cNvGrpSpPr/>
          <p:nvPr/>
        </p:nvGrpSpPr>
        <p:grpSpPr>
          <a:xfrm>
            <a:off x="12912517" y="266700"/>
            <a:ext cx="2860883" cy="1307712"/>
            <a:chOff x="11122685" y="8571630"/>
            <a:chExt cx="4185971" cy="1440119"/>
          </a:xfrm>
        </p:grpSpPr>
        <p:sp>
          <p:nvSpPr>
            <p:cNvPr id="39" name="Freeform 22">
              <a:extLst>
                <a:ext uri="{FF2B5EF4-FFF2-40B4-BE49-F238E27FC236}">
                  <a16:creationId xmlns:a16="http://schemas.microsoft.com/office/drawing/2014/main" id="{3D7F3A5C-28FA-471E-93A1-FCDF8466D7EC}"/>
                </a:ext>
              </a:extLst>
            </p:cNvPr>
            <p:cNvSpPr/>
            <p:nvPr/>
          </p:nvSpPr>
          <p:spPr>
            <a:xfrm>
              <a:off x="12685966" y="8571630"/>
              <a:ext cx="2622690" cy="1440119"/>
            </a:xfrm>
            <a:custGeom>
              <a:avLst/>
              <a:gdLst/>
              <a:ahLst/>
              <a:cxnLst/>
              <a:rect l="l" t="t" r="r" b="b"/>
              <a:pathLst>
                <a:path w="2622691" h="1440119">
                  <a:moveTo>
                    <a:pt x="0" y="0"/>
                  </a:moveTo>
                  <a:lnTo>
                    <a:pt x="2622691" y="0"/>
                  </a:lnTo>
                  <a:lnTo>
                    <a:pt x="2622691" y="1440118"/>
                  </a:lnTo>
                  <a:lnTo>
                    <a:pt x="0" y="1440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57626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0" name="Freeform 23">
              <a:extLst>
                <a:ext uri="{FF2B5EF4-FFF2-40B4-BE49-F238E27FC236}">
                  <a16:creationId xmlns:a16="http://schemas.microsoft.com/office/drawing/2014/main" id="{C9794DA7-E7EE-4FBA-BFE4-47A0E86DE0C7}"/>
                </a:ext>
              </a:extLst>
            </p:cNvPr>
            <p:cNvSpPr/>
            <p:nvPr/>
          </p:nvSpPr>
          <p:spPr>
            <a:xfrm>
              <a:off x="11122685" y="8622564"/>
              <a:ext cx="1265391" cy="1228230"/>
            </a:xfrm>
            <a:custGeom>
              <a:avLst/>
              <a:gdLst/>
              <a:ahLst/>
              <a:cxnLst/>
              <a:rect l="l" t="t" r="r" b="b"/>
              <a:pathLst>
                <a:path w="1265392" h="1228230">
                  <a:moveTo>
                    <a:pt x="0" y="0"/>
                  </a:moveTo>
                  <a:lnTo>
                    <a:pt x="1265393" y="0"/>
                  </a:lnTo>
                  <a:lnTo>
                    <a:pt x="1265393" y="1228230"/>
                  </a:lnTo>
                  <a:lnTo>
                    <a:pt x="0" y="1228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2316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B85FA685-A75E-4F3B-B80D-C22DFADFFDC0}"/>
              </a:ext>
            </a:extLst>
          </p:cNvPr>
          <p:cNvSpPr txBox="1"/>
          <p:nvPr/>
        </p:nvSpPr>
        <p:spPr>
          <a:xfrm>
            <a:off x="0" y="9538621"/>
            <a:ext cx="17247040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lvl="3" algn="r">
              <a:lnSpc>
                <a:spcPts val="3220"/>
              </a:lnSpc>
            </a:pPr>
            <a:endParaRPr sz="24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42661201-4BFD-4855-85F2-00291465ADC8}"/>
              </a:ext>
            </a:extLst>
          </p:cNvPr>
          <p:cNvGrpSpPr/>
          <p:nvPr/>
        </p:nvGrpSpPr>
        <p:grpSpPr>
          <a:xfrm>
            <a:off x="224007" y="266700"/>
            <a:ext cx="17839985" cy="1251694"/>
            <a:chOff x="0" y="0"/>
            <a:chExt cx="3730359" cy="406400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4E30FD43-EAEA-4CBE-BA5F-60A2E5344831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433005B2-45FF-412D-9F4A-B3B9944F169E}"/>
                </a:ext>
              </a:extLst>
            </p:cNvPr>
            <p:cNvSpPr txBox="1"/>
            <p:nvPr/>
          </p:nvSpPr>
          <p:spPr>
            <a:xfrm>
              <a:off x="0" y="-76200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F3A67949-19A8-4EEC-AC2E-3237C5579EB1}"/>
              </a:ext>
            </a:extLst>
          </p:cNvPr>
          <p:cNvGrpSpPr/>
          <p:nvPr/>
        </p:nvGrpSpPr>
        <p:grpSpPr>
          <a:xfrm>
            <a:off x="16685609" y="237592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835472C3-FCAE-447E-BE13-E5093B367B42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6084D578-3175-4F87-8A89-98D4E40190D3}"/>
              </a:ext>
            </a:extLst>
          </p:cNvPr>
          <p:cNvGrpSpPr/>
          <p:nvPr/>
        </p:nvGrpSpPr>
        <p:grpSpPr>
          <a:xfrm>
            <a:off x="14029903" y="228005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7BADACFF-0115-4233-8374-D5916AB2EDF5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7FABE79F-67A2-4303-B71C-9DEF1F606E45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2DB7820C-D1CE-456A-AC35-DE3C6D8EDC90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C36155CC-BEE4-41B5-8B41-55840F2DCD35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1" name="TextBox 17">
            <a:extLst>
              <a:ext uri="{FF2B5EF4-FFF2-40B4-BE49-F238E27FC236}">
                <a16:creationId xmlns:a16="http://schemas.microsoft.com/office/drawing/2014/main" id="{5496B3BE-546A-4429-B2FD-FB8159E3EF4C}"/>
              </a:ext>
            </a:extLst>
          </p:cNvPr>
          <p:cNvSpPr txBox="1"/>
          <p:nvPr/>
        </p:nvSpPr>
        <p:spPr>
          <a:xfrm>
            <a:off x="219415" y="9815974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VENKATESH SIDDI               Paper ID : 416</a:t>
            </a:r>
          </a:p>
        </p:txBody>
      </p:sp>
      <p:sp>
        <p:nvSpPr>
          <p:cNvPr id="32" name="TextBox 16">
            <a:extLst>
              <a:ext uri="{FF2B5EF4-FFF2-40B4-BE49-F238E27FC236}">
                <a16:creationId xmlns:a16="http://schemas.microsoft.com/office/drawing/2014/main" id="{506FB363-85E8-41E3-8491-A6B4112A9D38}"/>
              </a:ext>
            </a:extLst>
          </p:cNvPr>
          <p:cNvSpPr txBox="1"/>
          <p:nvPr/>
        </p:nvSpPr>
        <p:spPr>
          <a:xfrm>
            <a:off x="17149304" y="9538620"/>
            <a:ext cx="1138696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2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C998A3AC-2685-40BB-A52E-51F07FBC1AC2}"/>
              </a:ext>
            </a:extLst>
          </p:cNvPr>
          <p:cNvSpPr txBox="1"/>
          <p:nvPr/>
        </p:nvSpPr>
        <p:spPr>
          <a:xfrm>
            <a:off x="609600" y="322201"/>
            <a:ext cx="4495800" cy="8540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CA8921-8696-867F-46F8-DFA54214443A}"/>
              </a:ext>
            </a:extLst>
          </p:cNvPr>
          <p:cNvSpPr txBox="1"/>
          <p:nvPr/>
        </p:nvSpPr>
        <p:spPr>
          <a:xfrm>
            <a:off x="13722511" y="964948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CD252D-EEED-AFB4-3CCD-D32CBE9BF81C}"/>
              </a:ext>
            </a:extLst>
          </p:cNvPr>
          <p:cNvSpPr txBox="1"/>
          <p:nvPr/>
        </p:nvSpPr>
        <p:spPr>
          <a:xfrm>
            <a:off x="1905000" y="1816788"/>
            <a:ext cx="4724400" cy="6653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8773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INTRODUCTION</a:t>
            </a:r>
          </a:p>
          <a:p>
            <a:pPr marL="342900" indent="-342900" algn="just">
              <a:lnSpc>
                <a:spcPts val="8773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METHODOLOGY</a:t>
            </a:r>
          </a:p>
          <a:p>
            <a:pPr marL="342900" indent="-342900" algn="just">
              <a:lnSpc>
                <a:spcPts val="8773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PROPOSED MODEL</a:t>
            </a:r>
            <a:endParaRPr lang="en-US" sz="2400" b="1" dirty="0">
              <a:latin typeface="Times New Roman" panose="02020603050405020304" pitchFamily="18" charset="0"/>
              <a:ea typeface="Telegraf"/>
              <a:cs typeface="Times New Roman" panose="02020603050405020304" pitchFamily="18" charset="0"/>
              <a:sym typeface="Telegraf"/>
            </a:endParaRPr>
          </a:p>
          <a:p>
            <a:pPr marL="342900" indent="-342900" algn="just">
              <a:lnSpc>
                <a:spcPts val="8773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RESULTS &amp; DISCUSSION</a:t>
            </a:r>
          </a:p>
          <a:p>
            <a:pPr marL="342900" indent="-342900" algn="just">
              <a:lnSpc>
                <a:spcPts val="8773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CONCLUSION</a:t>
            </a:r>
          </a:p>
          <a:p>
            <a:pPr marL="342900" indent="-342900" algn="just">
              <a:lnSpc>
                <a:spcPts val="8773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B85FA685-A75E-4F3B-B80D-C22DFADFFDC0}"/>
              </a:ext>
            </a:extLst>
          </p:cNvPr>
          <p:cNvSpPr txBox="1"/>
          <p:nvPr/>
        </p:nvSpPr>
        <p:spPr>
          <a:xfrm>
            <a:off x="0" y="9538621"/>
            <a:ext cx="17247040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42661201-4BFD-4855-85F2-00291465ADC8}"/>
              </a:ext>
            </a:extLst>
          </p:cNvPr>
          <p:cNvGrpSpPr/>
          <p:nvPr/>
        </p:nvGrpSpPr>
        <p:grpSpPr>
          <a:xfrm>
            <a:off x="219415" y="266700"/>
            <a:ext cx="17839985" cy="1251694"/>
            <a:chOff x="0" y="0"/>
            <a:chExt cx="3730359" cy="406400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4E30FD43-EAEA-4CBE-BA5F-60A2E5344831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433005B2-45FF-412D-9F4A-B3B9944F169E}"/>
                </a:ext>
              </a:extLst>
            </p:cNvPr>
            <p:cNvSpPr txBox="1"/>
            <p:nvPr/>
          </p:nvSpPr>
          <p:spPr>
            <a:xfrm>
              <a:off x="0" y="-76200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F3A67949-19A8-4EEC-AC2E-3237C5579EB1}"/>
              </a:ext>
            </a:extLst>
          </p:cNvPr>
          <p:cNvGrpSpPr/>
          <p:nvPr/>
        </p:nvGrpSpPr>
        <p:grpSpPr>
          <a:xfrm>
            <a:off x="16707939" y="190500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835472C3-FCAE-447E-BE13-E5093B367B42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6084D578-3175-4F87-8A89-98D4E40190D3}"/>
              </a:ext>
            </a:extLst>
          </p:cNvPr>
          <p:cNvGrpSpPr/>
          <p:nvPr/>
        </p:nvGrpSpPr>
        <p:grpSpPr>
          <a:xfrm>
            <a:off x="14096999" y="19050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7BADACFF-0115-4233-8374-D5916AB2EDF5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7FABE79F-67A2-4303-B71C-9DEF1F606E45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2DB7820C-D1CE-456A-AC35-DE3C6D8EDC90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C36155CC-BEE4-41B5-8B41-55840F2DCD35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506FB363-85E8-41E3-8491-A6B4112A9D38}"/>
              </a:ext>
            </a:extLst>
          </p:cNvPr>
          <p:cNvSpPr txBox="1"/>
          <p:nvPr/>
        </p:nvSpPr>
        <p:spPr>
          <a:xfrm>
            <a:off x="17145000" y="9538620"/>
            <a:ext cx="1143000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3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C998A3AC-2685-40BB-A52E-51F07FBC1AC2}"/>
              </a:ext>
            </a:extLst>
          </p:cNvPr>
          <p:cNvSpPr txBox="1"/>
          <p:nvPr/>
        </p:nvSpPr>
        <p:spPr>
          <a:xfrm>
            <a:off x="609600" y="342900"/>
            <a:ext cx="13487399" cy="831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3B0E81-5174-2341-5301-5698F7A4C66E}"/>
              </a:ext>
            </a:extLst>
          </p:cNvPr>
          <p:cNvSpPr txBox="1"/>
          <p:nvPr/>
        </p:nvSpPr>
        <p:spPr>
          <a:xfrm>
            <a:off x="13722511" y="964948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7501E58C-9889-4F5A-F2DE-C40526EABE2C}"/>
              </a:ext>
            </a:extLst>
          </p:cNvPr>
          <p:cNvSpPr txBox="1"/>
          <p:nvPr/>
        </p:nvSpPr>
        <p:spPr>
          <a:xfrm>
            <a:off x="219415" y="9815974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VENKATESH SIDDI               Paper ID : 416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D446355-FC08-F444-5D13-9CFD575D6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745" y="1736713"/>
            <a:ext cx="17706680" cy="722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Predicting loan defaults is essential for banks to stay profitable and stable, helping them manage the risk of borrowers not repaying loans.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credit scoring uses basic statistical methods with fixed rules, which cannot detect complex patterns in financial behavior.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Deep Learning are better at finding patterns, discovering hidden connections that old methods cannot see.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 problems include unbalanced data, models that don't work on new data, and lack of clarity, making it hard to explain decisions to regulators.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system combines simple ML models (like Logistic Regression and Random Forest) with advanced deep learning models (like CNN, LSTM,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Ensemble methods mix several models together to improve accuracy and work better for different types of borrowers.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 and LIME are tools that explain how the model makes decisions, showing which factors matter most for predicting defaults.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solves real-world problems: messy data, missing information, and too few default cases using SMOTE and SMOTE-Tomek balancing.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Combining application forms, payment history, and personal information allows instant predictions, adjusting to changing financial situations.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Reaching 99.2% accuracy while still being explainable, the system helps banks make fair and responsible lending decisions. </a:t>
            </a:r>
          </a:p>
        </p:txBody>
      </p:sp>
    </p:spTree>
    <p:extLst>
      <p:ext uri="{BB962C8B-B14F-4D97-AF65-F5344CB8AC3E}">
        <p14:creationId xmlns:p14="http://schemas.microsoft.com/office/powerpoint/2010/main" val="2641648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B85FA685-A75E-4F3B-B80D-C22DFADFFDC0}"/>
              </a:ext>
            </a:extLst>
          </p:cNvPr>
          <p:cNvSpPr txBox="1"/>
          <p:nvPr/>
        </p:nvSpPr>
        <p:spPr>
          <a:xfrm>
            <a:off x="0" y="9614821"/>
            <a:ext cx="17247040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42661201-4BFD-4855-85F2-00291465ADC8}"/>
              </a:ext>
            </a:extLst>
          </p:cNvPr>
          <p:cNvGrpSpPr/>
          <p:nvPr/>
        </p:nvGrpSpPr>
        <p:grpSpPr>
          <a:xfrm>
            <a:off x="219415" y="-38101"/>
            <a:ext cx="17839985" cy="1828801"/>
            <a:chOff x="0" y="-212116"/>
            <a:chExt cx="3730359" cy="618516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4E30FD43-EAEA-4CBE-BA5F-60A2E5344831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433005B2-45FF-412D-9F4A-B3B9944F169E}"/>
                </a:ext>
              </a:extLst>
            </p:cNvPr>
            <p:cNvSpPr txBox="1"/>
            <p:nvPr/>
          </p:nvSpPr>
          <p:spPr>
            <a:xfrm>
              <a:off x="0" y="-212116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F3A67949-19A8-4EEC-AC2E-3237C5579EB1}"/>
              </a:ext>
            </a:extLst>
          </p:cNvPr>
          <p:cNvGrpSpPr/>
          <p:nvPr/>
        </p:nvGrpSpPr>
        <p:grpSpPr>
          <a:xfrm>
            <a:off x="16707939" y="266700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835472C3-FCAE-447E-BE13-E5093B367B42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6084D578-3175-4F87-8A89-98D4E40190D3}"/>
              </a:ext>
            </a:extLst>
          </p:cNvPr>
          <p:cNvGrpSpPr/>
          <p:nvPr/>
        </p:nvGrpSpPr>
        <p:grpSpPr>
          <a:xfrm>
            <a:off x="14096999" y="19050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7BADACFF-0115-4233-8374-D5916AB2EDF5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7FABE79F-67A2-4303-B71C-9DEF1F606E45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2DB7820C-D1CE-456A-AC35-DE3C6D8EDC90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C36155CC-BEE4-41B5-8B41-55840F2DCD35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506FB363-85E8-41E3-8491-A6B4112A9D38}"/>
              </a:ext>
            </a:extLst>
          </p:cNvPr>
          <p:cNvSpPr txBox="1"/>
          <p:nvPr/>
        </p:nvSpPr>
        <p:spPr>
          <a:xfrm>
            <a:off x="17145000" y="9614820"/>
            <a:ext cx="1143000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4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C998A3AC-2685-40BB-A52E-51F07FBC1AC2}"/>
              </a:ext>
            </a:extLst>
          </p:cNvPr>
          <p:cNvSpPr txBox="1"/>
          <p:nvPr/>
        </p:nvSpPr>
        <p:spPr>
          <a:xfrm>
            <a:off x="609600" y="419100"/>
            <a:ext cx="8229600" cy="831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METHODOLOGY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4D596B-6F7F-E4DF-8A0B-C838D4C91E87}"/>
              </a:ext>
            </a:extLst>
          </p:cNvPr>
          <p:cNvSpPr txBox="1"/>
          <p:nvPr/>
        </p:nvSpPr>
        <p:spPr>
          <a:xfrm>
            <a:off x="13722511" y="972568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8CA7D6DE-4853-5D36-910F-5A6B5F7B723A}"/>
              </a:ext>
            </a:extLst>
          </p:cNvPr>
          <p:cNvSpPr txBox="1"/>
          <p:nvPr/>
        </p:nvSpPr>
        <p:spPr>
          <a:xfrm>
            <a:off x="219415" y="9892174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VENKATESH SIDDI               Paper ID : 416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94DC12-A4AB-B3DA-6C7D-7A99AA876E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3106" y="2189275"/>
            <a:ext cx="4419601" cy="68648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63AA0F-A1D0-A968-B544-6181E9BABADF}"/>
              </a:ext>
            </a:extLst>
          </p:cNvPr>
          <p:cNvSpPr txBox="1"/>
          <p:nvPr/>
        </p:nvSpPr>
        <p:spPr>
          <a:xfrm>
            <a:off x="1981200" y="2106561"/>
            <a:ext cx="9144000" cy="735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AutoNum type="alphaU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loan dataset containing borrower information from Kaggle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 by handling missing values and removing errors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Changed text categories (like gender, job type) into numbers for analysis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Scaled numerical values (income, loan amount) to same range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borrower profiles: age, income, employment, credit history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patterns in repayment behavior and default cases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Distribution of Attributes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Problem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Dataset had 88.4% non-defaulters and only 11.6% defaulters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imbalance makes models biased toward predicting "no default"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Most features showed weak relationships with loan default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 income, and job tenure showed slight negative correlation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amount and interest rate showed slight positive correlation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advanced models to capture complex patterns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297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70515-3133-515F-CACD-34C87CB19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A0FBA5FD-5859-9052-733B-3CA23195A7EB}"/>
              </a:ext>
            </a:extLst>
          </p:cNvPr>
          <p:cNvSpPr txBox="1"/>
          <p:nvPr/>
        </p:nvSpPr>
        <p:spPr>
          <a:xfrm>
            <a:off x="0" y="9614821"/>
            <a:ext cx="17247040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58A33C13-0B3A-E6BD-A13C-F1CC92AF217F}"/>
              </a:ext>
            </a:extLst>
          </p:cNvPr>
          <p:cNvGrpSpPr/>
          <p:nvPr/>
        </p:nvGrpSpPr>
        <p:grpSpPr>
          <a:xfrm>
            <a:off x="219415" y="-38101"/>
            <a:ext cx="17839985" cy="1828801"/>
            <a:chOff x="0" y="-212116"/>
            <a:chExt cx="3730359" cy="618516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48EA9CDD-DFD4-F0C6-B537-E10E30B26CBA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1328CAD3-2DC0-C6F5-F32C-6BEC1880415A}"/>
                </a:ext>
              </a:extLst>
            </p:cNvPr>
            <p:cNvSpPr txBox="1"/>
            <p:nvPr/>
          </p:nvSpPr>
          <p:spPr>
            <a:xfrm>
              <a:off x="0" y="-212116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845AE383-461A-BE70-438F-749196930A5B}"/>
              </a:ext>
            </a:extLst>
          </p:cNvPr>
          <p:cNvGrpSpPr/>
          <p:nvPr/>
        </p:nvGrpSpPr>
        <p:grpSpPr>
          <a:xfrm>
            <a:off x="16707939" y="266700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2186FAB2-593A-A556-6787-9282FBC37D70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FDA83EA9-CDCB-721B-AD18-AA3ABB1E7064}"/>
              </a:ext>
            </a:extLst>
          </p:cNvPr>
          <p:cNvGrpSpPr/>
          <p:nvPr/>
        </p:nvGrpSpPr>
        <p:grpSpPr>
          <a:xfrm>
            <a:off x="14096999" y="19050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59896B1B-834F-8289-31DF-7D142E5023AD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3629F50A-676D-1921-C421-3CA9DC6CD62E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1C3D1F87-E5AC-A2EC-B3F5-1434A625A1A1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BA702CE0-141D-040B-C804-D7AFBD0BE381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48253466-B998-E3BB-EEF1-9822181B3B8F}"/>
              </a:ext>
            </a:extLst>
          </p:cNvPr>
          <p:cNvSpPr txBox="1"/>
          <p:nvPr/>
        </p:nvSpPr>
        <p:spPr>
          <a:xfrm>
            <a:off x="17145000" y="9614820"/>
            <a:ext cx="1143000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5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C3925C84-618C-E582-90CE-D5CA1818541E}"/>
              </a:ext>
            </a:extLst>
          </p:cNvPr>
          <p:cNvSpPr txBox="1"/>
          <p:nvPr/>
        </p:nvSpPr>
        <p:spPr>
          <a:xfrm>
            <a:off x="609600" y="419100"/>
            <a:ext cx="8229600" cy="831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METHODOLOGY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69C3DC-E0AE-2D0D-627F-2E30DD4B901E}"/>
              </a:ext>
            </a:extLst>
          </p:cNvPr>
          <p:cNvSpPr txBox="1"/>
          <p:nvPr/>
        </p:nvSpPr>
        <p:spPr>
          <a:xfrm>
            <a:off x="13722511" y="972568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C95F8B29-20A7-3936-4160-7FF122AAB552}"/>
              </a:ext>
            </a:extLst>
          </p:cNvPr>
          <p:cNvSpPr txBox="1"/>
          <p:nvPr/>
        </p:nvSpPr>
        <p:spPr>
          <a:xfrm>
            <a:off x="219415" y="9892174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VENKATESH SIDDI               Paper ID : 416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73C5F9-ADE9-3F60-2353-04558DEF5BBB}"/>
              </a:ext>
            </a:extLst>
          </p:cNvPr>
          <p:cNvSpPr txBox="1"/>
          <p:nvPr/>
        </p:nvSpPr>
        <p:spPr>
          <a:xfrm>
            <a:off x="858338" y="1785687"/>
            <a:ext cx="15849601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Model Architecture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Two-Stage Pipeline: Combines data preparation and model training in one flow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ML Models: Logistic Regression, Decision Trees, Random Forest,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SVM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DL Models: MLP, CNN, LSTM, GRU,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Techniques: Combines multiple models using voting and stacking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 Creates new features to improve prediction power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System: Automatically processes data from input to final prediction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Handling Class Imbalance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 Technique: Creates artificial examples of defaulters to balance dataset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SMOTE-Tomek: Removes noisy borderline cases after SMOTE balancing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model learns equally from both defaulters and non-defaulters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bias toward majority class (non-defaulters)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Explainability Layer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Tool: Shows which features contribute most to each prediction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LIME Tool: Explains individual predictions in simple terms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risk managers understand why someone is classified as high-risk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transparency for regulatory compliance and fair lending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the "black-box" models interpretable for business decisions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276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CA769C-69BC-EC05-78EB-7F8E51400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73E8AAD3-2580-0832-7EB0-1797B8849709}"/>
              </a:ext>
            </a:extLst>
          </p:cNvPr>
          <p:cNvSpPr txBox="1"/>
          <p:nvPr/>
        </p:nvSpPr>
        <p:spPr>
          <a:xfrm>
            <a:off x="0" y="9614821"/>
            <a:ext cx="17247040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DCF29A1F-2C8E-3B2D-6708-F4233976B34E}"/>
              </a:ext>
            </a:extLst>
          </p:cNvPr>
          <p:cNvGrpSpPr/>
          <p:nvPr/>
        </p:nvGrpSpPr>
        <p:grpSpPr>
          <a:xfrm>
            <a:off x="219415" y="-38101"/>
            <a:ext cx="17839985" cy="1828801"/>
            <a:chOff x="0" y="-212116"/>
            <a:chExt cx="3730359" cy="618516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E20C73CC-FC32-2C20-204A-3394529F4222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E670379C-AE32-AF76-E1B4-5BF1E9C86874}"/>
                </a:ext>
              </a:extLst>
            </p:cNvPr>
            <p:cNvSpPr txBox="1"/>
            <p:nvPr/>
          </p:nvSpPr>
          <p:spPr>
            <a:xfrm>
              <a:off x="0" y="-212116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ACD2904F-C7F0-41F4-AEBB-801B7FAC5ADE}"/>
              </a:ext>
            </a:extLst>
          </p:cNvPr>
          <p:cNvGrpSpPr/>
          <p:nvPr/>
        </p:nvGrpSpPr>
        <p:grpSpPr>
          <a:xfrm>
            <a:off x="16707939" y="266700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3813D0ED-851C-5014-7B72-C7D9FE6A5CAA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5498B40A-451A-E4B5-B378-72FC0C326CFB}"/>
              </a:ext>
            </a:extLst>
          </p:cNvPr>
          <p:cNvGrpSpPr/>
          <p:nvPr/>
        </p:nvGrpSpPr>
        <p:grpSpPr>
          <a:xfrm>
            <a:off x="14096999" y="19050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35776034-5D67-A1DE-329A-8C23D99CDA4E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CFF0D5F2-3E15-9EC5-7405-C7101018B6E7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4BBD22FC-F94C-474C-1981-D4FDD85B36F6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4061B934-0C6A-4BBE-A32F-F6DD706D0918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EFF0A46C-AE69-245B-FB60-CDDE739E5262}"/>
              </a:ext>
            </a:extLst>
          </p:cNvPr>
          <p:cNvSpPr txBox="1"/>
          <p:nvPr/>
        </p:nvSpPr>
        <p:spPr>
          <a:xfrm>
            <a:off x="17145000" y="9614820"/>
            <a:ext cx="1143000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6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CC0AFA2F-9EA6-5D57-0535-3457C56246E8}"/>
              </a:ext>
            </a:extLst>
          </p:cNvPr>
          <p:cNvSpPr txBox="1"/>
          <p:nvPr/>
        </p:nvSpPr>
        <p:spPr>
          <a:xfrm>
            <a:off x="609600" y="419100"/>
            <a:ext cx="8229600" cy="831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PROPOSED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66938A-6D17-FBFF-0056-1F17525835B4}"/>
              </a:ext>
            </a:extLst>
          </p:cNvPr>
          <p:cNvSpPr txBox="1"/>
          <p:nvPr/>
        </p:nvSpPr>
        <p:spPr>
          <a:xfrm>
            <a:off x="13722511" y="972568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E3AF43E0-60AB-44EC-3750-AE33B643D251}"/>
              </a:ext>
            </a:extLst>
          </p:cNvPr>
          <p:cNvSpPr txBox="1"/>
          <p:nvPr/>
        </p:nvSpPr>
        <p:spPr>
          <a:xfrm>
            <a:off x="219415" y="9892174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VENKATESH SIDDI               Paper ID : 416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3735E0-6DD9-7070-C56F-5C1FFFD6FAF2}"/>
              </a:ext>
            </a:extLst>
          </p:cNvPr>
          <p:cNvSpPr txBox="1"/>
          <p:nvPr/>
        </p:nvSpPr>
        <p:spPr>
          <a:xfrm>
            <a:off x="2521111" y="2068053"/>
            <a:ext cx="11201400" cy="735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SMOTE-Tomek + Ensemble : 99.2% accuracy</a:t>
            </a:r>
          </a:p>
          <a:p>
            <a:pPr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SMOTE-Tomek (Data Balancing)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balancing technique combining SMOTE + Tomek Links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 class imbalance (88.4% vs 11.6%)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(Deep Learning Model)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Densely Connected Convolutional Network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connects to ALL previous layers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information flow between layers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Ensemble Methods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Combined: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(primary model)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(secondary model)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CNN, MLP</a:t>
            </a:r>
          </a:p>
        </p:txBody>
      </p:sp>
    </p:spTree>
    <p:extLst>
      <p:ext uri="{BB962C8B-B14F-4D97-AF65-F5344CB8AC3E}">
        <p14:creationId xmlns:p14="http://schemas.microsoft.com/office/powerpoint/2010/main" val="2468138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E2CE15-BD4B-C737-9A67-5450826AB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3E76E978-230F-4AFF-A949-28415BC2C3EA}"/>
              </a:ext>
            </a:extLst>
          </p:cNvPr>
          <p:cNvSpPr txBox="1"/>
          <p:nvPr/>
        </p:nvSpPr>
        <p:spPr>
          <a:xfrm>
            <a:off x="0" y="9614821"/>
            <a:ext cx="17247040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E1CBE933-68AF-307E-7561-247DE389A25A}"/>
              </a:ext>
            </a:extLst>
          </p:cNvPr>
          <p:cNvGrpSpPr/>
          <p:nvPr/>
        </p:nvGrpSpPr>
        <p:grpSpPr>
          <a:xfrm>
            <a:off x="219415" y="38100"/>
            <a:ext cx="17839985" cy="1752600"/>
            <a:chOff x="0" y="-212116"/>
            <a:chExt cx="3730359" cy="618516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E5B7CEF3-2D56-E679-6290-2C43CAC0217F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77B8BEF3-5A5F-525C-F342-66694737D078}"/>
                </a:ext>
              </a:extLst>
            </p:cNvPr>
            <p:cNvSpPr txBox="1"/>
            <p:nvPr/>
          </p:nvSpPr>
          <p:spPr>
            <a:xfrm>
              <a:off x="0" y="-212116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9EE909EE-C2FB-56AE-7B36-29C5603CD7B4}"/>
              </a:ext>
            </a:extLst>
          </p:cNvPr>
          <p:cNvGrpSpPr/>
          <p:nvPr/>
        </p:nvGrpSpPr>
        <p:grpSpPr>
          <a:xfrm>
            <a:off x="16707939" y="266700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73944FE0-3577-E47B-4918-DE187E413129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82FC19F7-75EC-6CB1-8E93-6514BD5C3464}"/>
              </a:ext>
            </a:extLst>
          </p:cNvPr>
          <p:cNvGrpSpPr/>
          <p:nvPr/>
        </p:nvGrpSpPr>
        <p:grpSpPr>
          <a:xfrm>
            <a:off x="14096999" y="19050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7C953479-A779-86ED-1165-1A54E73ADC23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63FCF7B6-4594-8600-5733-2FE5FE245B3F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FB848147-BB35-A74C-647E-5E86A93245D8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55F89865-974F-7656-54FA-A44563D32A5F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DF8E9954-9B38-DA12-D9DD-4A4C818430D8}"/>
              </a:ext>
            </a:extLst>
          </p:cNvPr>
          <p:cNvSpPr txBox="1"/>
          <p:nvPr/>
        </p:nvSpPr>
        <p:spPr>
          <a:xfrm>
            <a:off x="17145000" y="9614820"/>
            <a:ext cx="1143000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7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2A3B12BA-95D0-C8EC-D20E-F25E31D8AF0B}"/>
              </a:ext>
            </a:extLst>
          </p:cNvPr>
          <p:cNvSpPr txBox="1"/>
          <p:nvPr/>
        </p:nvSpPr>
        <p:spPr>
          <a:xfrm>
            <a:off x="609600" y="419100"/>
            <a:ext cx="8229600" cy="831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PROPOSED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891C6D-8C8B-1F35-C08F-939E86B75472}"/>
              </a:ext>
            </a:extLst>
          </p:cNvPr>
          <p:cNvSpPr txBox="1"/>
          <p:nvPr/>
        </p:nvSpPr>
        <p:spPr>
          <a:xfrm>
            <a:off x="13722511" y="972568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AF5B2C0A-8461-A8FA-1BFB-216EE3D7094A}"/>
              </a:ext>
            </a:extLst>
          </p:cNvPr>
          <p:cNvSpPr txBox="1"/>
          <p:nvPr/>
        </p:nvSpPr>
        <p:spPr>
          <a:xfrm>
            <a:off x="219415" y="9892174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VENKATESH SIDDI               Paper ID : 416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1C0A62-F30A-0F5C-F2C8-002B6FF46310}"/>
              </a:ext>
            </a:extLst>
          </p:cNvPr>
          <p:cNvSpPr txBox="1"/>
          <p:nvPr/>
        </p:nvSpPr>
        <p:spPr>
          <a:xfrm>
            <a:off x="2521111" y="2068053"/>
            <a:ext cx="11201400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How Components Work Together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Flow: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imbalanced data → SMOTE-Tomek balancing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data → Train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other models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trained models → Ensemble combination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voting → Final prediction (99.2% accuracy)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Performance Comparison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Balancing: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alone: 78% accuracy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SMOTE: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SMOTE: 87% accuracy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SMOTE-Tomek: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SMOTE-Tomek: 95% accuracy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Model: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SMOTE-Tomek + Ensemble: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99.2% accuracy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769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61895F-DC37-5A8E-6A8F-93B4ABDCB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8472BA2C-FD85-4182-C9D3-D4E6E9A91C8B}"/>
              </a:ext>
            </a:extLst>
          </p:cNvPr>
          <p:cNvSpPr txBox="1"/>
          <p:nvPr/>
        </p:nvSpPr>
        <p:spPr>
          <a:xfrm>
            <a:off x="0" y="9614821"/>
            <a:ext cx="17247040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25A3F6E9-FD71-702C-B4EB-7963CC93E70A}"/>
              </a:ext>
            </a:extLst>
          </p:cNvPr>
          <p:cNvGrpSpPr/>
          <p:nvPr/>
        </p:nvGrpSpPr>
        <p:grpSpPr>
          <a:xfrm>
            <a:off x="219415" y="38100"/>
            <a:ext cx="17839985" cy="1752600"/>
            <a:chOff x="0" y="-212116"/>
            <a:chExt cx="3730359" cy="618516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39F01580-3A9F-8C07-6E02-934B85E06564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6FBF574B-EF5F-CF12-44B0-876A168366D7}"/>
                </a:ext>
              </a:extLst>
            </p:cNvPr>
            <p:cNvSpPr txBox="1"/>
            <p:nvPr/>
          </p:nvSpPr>
          <p:spPr>
            <a:xfrm>
              <a:off x="0" y="-212116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 dirty="0"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89B578ED-9A1A-6686-2DAC-E4CDC0FE35D2}"/>
              </a:ext>
            </a:extLst>
          </p:cNvPr>
          <p:cNvGrpSpPr/>
          <p:nvPr/>
        </p:nvGrpSpPr>
        <p:grpSpPr>
          <a:xfrm>
            <a:off x="16707939" y="266700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2D760528-F83E-39C1-F44D-8862A38D1B4D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D3091EB5-7F9C-038E-6B0B-F7DB9DA0E44F}"/>
              </a:ext>
            </a:extLst>
          </p:cNvPr>
          <p:cNvGrpSpPr/>
          <p:nvPr/>
        </p:nvGrpSpPr>
        <p:grpSpPr>
          <a:xfrm>
            <a:off x="14096999" y="19050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69D6379D-F253-6EC0-8421-0E0F5B9B57CB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FCA0F899-E639-C341-B7CE-D40F4000C57D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27513FBD-F9EF-F6DB-2577-9E16D6E8EB1F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B8125C88-5B01-C85B-C839-9CF35C6F942B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0AE1608D-E371-40E2-8CF6-754C3D8BE259}"/>
              </a:ext>
            </a:extLst>
          </p:cNvPr>
          <p:cNvSpPr txBox="1"/>
          <p:nvPr/>
        </p:nvSpPr>
        <p:spPr>
          <a:xfrm>
            <a:off x="17145000" y="9614820"/>
            <a:ext cx="1143000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8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94F065BA-6BE5-22C3-FAEC-1493FBAF8006}"/>
              </a:ext>
            </a:extLst>
          </p:cNvPr>
          <p:cNvSpPr txBox="1"/>
          <p:nvPr/>
        </p:nvSpPr>
        <p:spPr>
          <a:xfrm>
            <a:off x="609600" y="419100"/>
            <a:ext cx="8229600" cy="831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RESULTS &amp; DISCUSSION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A04318-3629-F98D-A358-E6764AABD880}"/>
              </a:ext>
            </a:extLst>
          </p:cNvPr>
          <p:cNvSpPr txBox="1"/>
          <p:nvPr/>
        </p:nvSpPr>
        <p:spPr>
          <a:xfrm>
            <a:off x="13722511" y="972568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AF9258FF-F982-D117-A4A9-7AEC3F159A80}"/>
              </a:ext>
            </a:extLst>
          </p:cNvPr>
          <p:cNvSpPr txBox="1"/>
          <p:nvPr/>
        </p:nvSpPr>
        <p:spPr>
          <a:xfrm>
            <a:off x="219415" y="9892174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VENKATESH SIDDI               Paper ID : 416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27B289-9AB4-E650-252E-883E57C61B04}"/>
              </a:ext>
            </a:extLst>
          </p:cNvPr>
          <p:cNvSpPr txBox="1"/>
          <p:nvPr/>
        </p:nvSpPr>
        <p:spPr>
          <a:xfrm>
            <a:off x="614362" y="3284153"/>
            <a:ext cx="91440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1: ENSEMBLE METHODS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Shows: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 of 4 approaches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key metrics: Accuracy, Precision, Recall, F1-Score, AUC-ROC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ensemble superiority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Impact: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99.2% accuracy = Only 8 errors per 1000 loans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precision (98%) = Few false alarms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recall (98%) = Catches most defaulters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for production deployment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49863A-B380-F439-70B5-A375CC6444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9407" y="2035285"/>
            <a:ext cx="8534400" cy="64293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14391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F7C7C-9047-CF50-5BC6-14E0432AD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913F6CFD-8102-0A7D-ECF0-79FFBC98405E}"/>
              </a:ext>
            </a:extLst>
          </p:cNvPr>
          <p:cNvSpPr txBox="1"/>
          <p:nvPr/>
        </p:nvSpPr>
        <p:spPr>
          <a:xfrm>
            <a:off x="0" y="9614821"/>
            <a:ext cx="17247040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B1BC6B04-B385-BD50-2354-51E16EF1B9D9}"/>
              </a:ext>
            </a:extLst>
          </p:cNvPr>
          <p:cNvGrpSpPr/>
          <p:nvPr/>
        </p:nvGrpSpPr>
        <p:grpSpPr>
          <a:xfrm>
            <a:off x="219415" y="38100"/>
            <a:ext cx="17839985" cy="1752600"/>
            <a:chOff x="0" y="-212116"/>
            <a:chExt cx="3730359" cy="618516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1BA183DE-8C41-57E0-8FF6-39B54AA4FD1D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4E500B63-BDEB-92B2-8ABD-11284834E695}"/>
                </a:ext>
              </a:extLst>
            </p:cNvPr>
            <p:cNvSpPr txBox="1"/>
            <p:nvPr/>
          </p:nvSpPr>
          <p:spPr>
            <a:xfrm>
              <a:off x="0" y="-212116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 dirty="0"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DAB8E95C-86A1-249B-D58E-D0A3B3D53E0B}"/>
              </a:ext>
            </a:extLst>
          </p:cNvPr>
          <p:cNvGrpSpPr/>
          <p:nvPr/>
        </p:nvGrpSpPr>
        <p:grpSpPr>
          <a:xfrm>
            <a:off x="16707939" y="266700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A3181F33-3CC7-E636-302B-2BD9A70D1F3F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EF345959-96F3-9BD3-8CDE-6444B134C5DA}"/>
              </a:ext>
            </a:extLst>
          </p:cNvPr>
          <p:cNvGrpSpPr/>
          <p:nvPr/>
        </p:nvGrpSpPr>
        <p:grpSpPr>
          <a:xfrm>
            <a:off x="14096999" y="19050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21779464-2053-04B5-02C9-99502F920E9C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A74460B6-8285-D260-8275-729B2466874C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865610A1-4C08-8E93-AEAB-3F4781B517B5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86E084E6-652E-333D-0971-00CCE62E0042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4851D33C-C914-EEC9-1CA4-E51C9DCE7B2A}"/>
              </a:ext>
            </a:extLst>
          </p:cNvPr>
          <p:cNvSpPr txBox="1"/>
          <p:nvPr/>
        </p:nvSpPr>
        <p:spPr>
          <a:xfrm>
            <a:off x="17145000" y="9614820"/>
            <a:ext cx="1143000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9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C2BEBA85-3A14-F8EA-E99F-64B794BE8828}"/>
              </a:ext>
            </a:extLst>
          </p:cNvPr>
          <p:cNvSpPr txBox="1"/>
          <p:nvPr/>
        </p:nvSpPr>
        <p:spPr>
          <a:xfrm>
            <a:off x="609600" y="419100"/>
            <a:ext cx="8229600" cy="831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RESULTS &amp; DISCUSSION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3D9119-4611-09DB-0ABD-F91144685F97}"/>
              </a:ext>
            </a:extLst>
          </p:cNvPr>
          <p:cNvSpPr txBox="1"/>
          <p:nvPr/>
        </p:nvSpPr>
        <p:spPr>
          <a:xfrm>
            <a:off x="13722511" y="972568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C8F1A6E0-5E45-98D9-8981-D98720F852BB}"/>
              </a:ext>
            </a:extLst>
          </p:cNvPr>
          <p:cNvSpPr txBox="1"/>
          <p:nvPr/>
        </p:nvSpPr>
        <p:spPr>
          <a:xfrm>
            <a:off x="219415" y="9892174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VENKATESH SIDDI               Paper ID : 416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15CC10-F993-A549-15FB-9537F80042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171" y="2333624"/>
            <a:ext cx="7515225" cy="56197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CB4E6E-F811-DE8D-D0FF-FF99A95D741D}"/>
              </a:ext>
            </a:extLst>
          </p:cNvPr>
          <p:cNvSpPr txBox="1"/>
          <p:nvPr/>
        </p:nvSpPr>
        <p:spPr>
          <a:xfrm>
            <a:off x="762000" y="3067021"/>
            <a:ext cx="9144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2: TRAINING vs VALIDATION LOSS</a:t>
            </a:r>
          </a:p>
          <a:p>
            <a:pPr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Shows: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learning progress over 30 epochs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loss vs validation loss comparison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of proper learning without overfitting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Proves: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losses decrease steadily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sudden jumps or spikes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convergence pattern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935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DB009F-1653-C590-2864-843951EDC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157D3407-F62F-D794-0E97-CAA68E498C20}"/>
              </a:ext>
            </a:extLst>
          </p:cNvPr>
          <p:cNvSpPr txBox="1"/>
          <p:nvPr/>
        </p:nvSpPr>
        <p:spPr>
          <a:xfrm>
            <a:off x="0" y="9614821"/>
            <a:ext cx="17247040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5BF3BE7D-7C01-532E-C66B-00EE81BBE5F1}"/>
              </a:ext>
            </a:extLst>
          </p:cNvPr>
          <p:cNvGrpSpPr/>
          <p:nvPr/>
        </p:nvGrpSpPr>
        <p:grpSpPr>
          <a:xfrm>
            <a:off x="219415" y="38100"/>
            <a:ext cx="17839985" cy="1752600"/>
            <a:chOff x="0" y="-212116"/>
            <a:chExt cx="3730359" cy="618516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7C3E09C2-7DE7-B191-3B48-B7729D9316BB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92ED024A-633F-3053-E3E6-72A6C77DFAE0}"/>
                </a:ext>
              </a:extLst>
            </p:cNvPr>
            <p:cNvSpPr txBox="1"/>
            <p:nvPr/>
          </p:nvSpPr>
          <p:spPr>
            <a:xfrm>
              <a:off x="0" y="-212116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 dirty="0"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942BB707-F834-92A2-B49A-1864C6F2DBEC}"/>
              </a:ext>
            </a:extLst>
          </p:cNvPr>
          <p:cNvGrpSpPr/>
          <p:nvPr/>
        </p:nvGrpSpPr>
        <p:grpSpPr>
          <a:xfrm>
            <a:off x="16707939" y="266700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D7423C9B-7CCB-A141-718D-B4D15BF69853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3EA278D6-FF8A-F34F-06ED-1AEB01DA05C5}"/>
              </a:ext>
            </a:extLst>
          </p:cNvPr>
          <p:cNvGrpSpPr/>
          <p:nvPr/>
        </p:nvGrpSpPr>
        <p:grpSpPr>
          <a:xfrm>
            <a:off x="14096999" y="19050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FF28C8E7-936E-6AA6-655B-293941286751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990FAFA6-2260-56F8-976F-FD7090FDA49F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1900DA14-CCE4-E33C-36F2-A1EE74D13414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FAB7F106-81EB-4064-A595-36310DC873AB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F5B86BE9-A717-55D8-776C-900B697FF418}"/>
              </a:ext>
            </a:extLst>
          </p:cNvPr>
          <p:cNvSpPr txBox="1"/>
          <p:nvPr/>
        </p:nvSpPr>
        <p:spPr>
          <a:xfrm>
            <a:off x="17145000" y="9614820"/>
            <a:ext cx="1143000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1</a:t>
            </a: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0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100B6D51-FD35-6DCB-DE4B-4A4DDC4E9327}"/>
              </a:ext>
            </a:extLst>
          </p:cNvPr>
          <p:cNvSpPr txBox="1"/>
          <p:nvPr/>
        </p:nvSpPr>
        <p:spPr>
          <a:xfrm>
            <a:off x="609600" y="419100"/>
            <a:ext cx="8229600" cy="831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B90CDE-635D-7155-2E50-2FEF3FB454F9}"/>
              </a:ext>
            </a:extLst>
          </p:cNvPr>
          <p:cNvSpPr txBox="1"/>
          <p:nvPr/>
        </p:nvSpPr>
        <p:spPr>
          <a:xfrm>
            <a:off x="13722511" y="972568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414B155C-386B-D06E-F751-4FBF46AC644E}"/>
              </a:ext>
            </a:extLst>
          </p:cNvPr>
          <p:cNvSpPr txBox="1"/>
          <p:nvPr/>
        </p:nvSpPr>
        <p:spPr>
          <a:xfrm>
            <a:off x="219415" y="9892174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VENKATESH SIDDI               Paper ID : 416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0801ED-2ACE-C9B2-FFC1-A55E5D26C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076" y="1736203"/>
            <a:ext cx="15942455" cy="7781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built a complete system to predict loan defaults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advanced AI techniques that solve three main problems: imbalanced data, low accuracy, and difficulty understanding why decisions are made.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model achieved 99.2% accuracy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means it correctly predicts 992 out of 1000 loan applications, far better than traditional methods that only get 75-88% correct.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Balancing the data using SMOTE-Tomek was essential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it improved accuracy by 17% by creating more examples of defaulters and removing confusing cases, helping the model learn both classes equally.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worked best among all AI models tested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it beat other deep learning models like CNN and LSTM, and combining multiple models together (ensemble) added an extra 4% accuracy boost.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made the AI explainable using SHAP and LIME tools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 loan officers can understand which factors (income, credit history, loan amount) influence each decision, making the system transparent and trustworthy.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ready to use in real banks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it can predict loan defaults instantly (in less than 0.1 seconds), handle millions of applications, and works reliably on new data it hasn't seen before.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sets a new standard for loan prediction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helps banks reduce bad loans, save money, make fair decisions faster, and lend responsibly while protecting both the bank and borrowers. </a:t>
            </a:r>
          </a:p>
        </p:txBody>
      </p:sp>
    </p:spTree>
    <p:extLst>
      <p:ext uri="{BB962C8B-B14F-4D97-AF65-F5344CB8AC3E}">
        <p14:creationId xmlns:p14="http://schemas.microsoft.com/office/powerpoint/2010/main" val="3489618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DF7385-AED6-265C-6695-E04B77EC5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65FF4291-9DA6-6AB8-2691-48DD63E5F9AC}"/>
              </a:ext>
            </a:extLst>
          </p:cNvPr>
          <p:cNvSpPr txBox="1"/>
          <p:nvPr/>
        </p:nvSpPr>
        <p:spPr>
          <a:xfrm>
            <a:off x="0" y="9614821"/>
            <a:ext cx="17247040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8FEE81E2-79FA-C898-F1CA-9F5D220E71BF}"/>
              </a:ext>
            </a:extLst>
          </p:cNvPr>
          <p:cNvGrpSpPr/>
          <p:nvPr/>
        </p:nvGrpSpPr>
        <p:grpSpPr>
          <a:xfrm>
            <a:off x="219415" y="38100"/>
            <a:ext cx="17839985" cy="1752600"/>
            <a:chOff x="0" y="-212116"/>
            <a:chExt cx="3730359" cy="618516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2153CF46-0AF4-AC61-2C8C-70A463C55F32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784D1F62-CD7D-5B31-BFA5-38490F1355C7}"/>
                </a:ext>
              </a:extLst>
            </p:cNvPr>
            <p:cNvSpPr txBox="1"/>
            <p:nvPr/>
          </p:nvSpPr>
          <p:spPr>
            <a:xfrm>
              <a:off x="0" y="-212116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 dirty="0"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DD8DD04B-8E8E-1BE9-DC87-6E6B16B0AAC3}"/>
              </a:ext>
            </a:extLst>
          </p:cNvPr>
          <p:cNvGrpSpPr/>
          <p:nvPr/>
        </p:nvGrpSpPr>
        <p:grpSpPr>
          <a:xfrm>
            <a:off x="16707939" y="266700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915639F9-BA7D-10DB-BF0B-B4543436C788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FF438BC0-2E3B-F11A-60AA-8110A53F0E4F}"/>
              </a:ext>
            </a:extLst>
          </p:cNvPr>
          <p:cNvGrpSpPr/>
          <p:nvPr/>
        </p:nvGrpSpPr>
        <p:grpSpPr>
          <a:xfrm>
            <a:off x="14096999" y="19050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0C3C87E7-EA70-7923-6679-186655905467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085BA7E2-2A98-FDD5-858B-725190100746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E617EAEB-3AA6-B218-B388-2BBA4D539567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D7721036-FCEF-2DEB-11A5-64E9DA88B81B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8408C064-0A9E-D1BF-020B-B6CC99BE3907}"/>
              </a:ext>
            </a:extLst>
          </p:cNvPr>
          <p:cNvSpPr txBox="1"/>
          <p:nvPr/>
        </p:nvSpPr>
        <p:spPr>
          <a:xfrm>
            <a:off x="17145000" y="9614820"/>
            <a:ext cx="1143000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1</a:t>
            </a: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1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40EB4BA8-A113-C4E6-6011-C302105EDFE8}"/>
              </a:ext>
            </a:extLst>
          </p:cNvPr>
          <p:cNvSpPr txBox="1"/>
          <p:nvPr/>
        </p:nvSpPr>
        <p:spPr>
          <a:xfrm>
            <a:off x="609600" y="419100"/>
            <a:ext cx="8229600" cy="831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7A9D58-2634-85F1-4D88-AD0DEE9EB429}"/>
              </a:ext>
            </a:extLst>
          </p:cNvPr>
          <p:cNvSpPr txBox="1"/>
          <p:nvPr/>
        </p:nvSpPr>
        <p:spPr>
          <a:xfrm>
            <a:off x="13722511" y="972568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B6713904-4CC4-6F53-992B-361D82B18D6D}"/>
              </a:ext>
            </a:extLst>
          </p:cNvPr>
          <p:cNvSpPr txBox="1"/>
          <p:nvPr/>
        </p:nvSpPr>
        <p:spPr>
          <a:xfrm>
            <a:off x="219415" y="9892174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VENKATESH SIDDI               Paper ID : 416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0F397A-0A31-D652-CE1F-658B45FCBB89}"/>
              </a:ext>
            </a:extLst>
          </p:cNvPr>
          <p:cNvSpPr txBox="1"/>
          <p:nvPr/>
        </p:nvSpPr>
        <p:spPr>
          <a:xfrm>
            <a:off x="991391" y="2060121"/>
            <a:ext cx="15264257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M. A.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Kheneifar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B. Amiri, “A novel hybrid model for loan default prediction in maritime finance based on topological data analysis and machine learning,” IEEE Access, vol. 13, pp. 81474–81493, 2025.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V. Kumar, S. S. Saheb, Preeti, A.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Ghayas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Kumari, J. K. Chandel, S. K. Pandey, and S. Kumar, “Ai-based hybrid models for predicting loan risk in the banking sector,” Big Data Mining and Analytics, vol. 6, no. 4, pp. 478–490, 2023.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H. Zhao and Y. Wang, “A big data-driven financial auditing method using convolution neural network,” IEEE Access, vol. 11, pp. 41492–41502, 2023.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P. Ramachandra and S.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Vaithiyanathan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“Fed-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dpsdg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wgan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Differentially private synthetic data generation for loan default prediction via federated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wasserstein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IEEE Access, vol. 13, pp. 52069–52084, 2025.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I.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Aruleba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Y. Sun, “An improved ensemble method with data resampling for credit risk prediction,” IEEE Access, vol. 13, pp. 71275 71287, 2025.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D. B. Acharya, B. Divya, and K.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Kuppan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“Explainable and fair ai: Balancing performance in financial and real estate machine learning models,” IEEE Access, vol. 12, pp. 154022–154034, 2024.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E. Hussein Sayed, A. Alabrah, K. Hussein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Rahouma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Zohaib, and R. M. Badry, “Machine learning and deep learning for loan prediction in banking: Exploring ensemble methods and data balancing,” IEEE Access, vol. 12, pp. 193997–194019, 2024.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S. Ranjan Lenka, S. K.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Bisoy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Priyadarshini, K. Lee Hui, and M. Sain, “Evolutionary-based multi-objective and conditional generative adversarial networks for credit scoring,” IEEE Access, vol. 12, pp. 158346–158366, 2024.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X.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Dastile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T. Celik, “Counterfactual explanations with multiple properties in credit scoring,” IEEE Access, vol. 12, pp. 110713–110728, 2024. </a:t>
            </a:r>
          </a:p>
        </p:txBody>
      </p:sp>
    </p:spTree>
    <p:extLst>
      <p:ext uri="{BB962C8B-B14F-4D97-AF65-F5344CB8AC3E}">
        <p14:creationId xmlns:p14="http://schemas.microsoft.com/office/powerpoint/2010/main" val="2400513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0F4B4A-1586-219B-64FC-A2FA795A9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41F594AA-DB2F-082A-83E1-A01E518B4CBB}"/>
              </a:ext>
            </a:extLst>
          </p:cNvPr>
          <p:cNvSpPr txBox="1"/>
          <p:nvPr/>
        </p:nvSpPr>
        <p:spPr>
          <a:xfrm>
            <a:off x="0" y="9614821"/>
            <a:ext cx="17247040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C3AA59F5-B928-585F-20A7-52A6DA79AF21}"/>
              </a:ext>
            </a:extLst>
          </p:cNvPr>
          <p:cNvGrpSpPr/>
          <p:nvPr/>
        </p:nvGrpSpPr>
        <p:grpSpPr>
          <a:xfrm>
            <a:off x="219415" y="38100"/>
            <a:ext cx="17839985" cy="1752600"/>
            <a:chOff x="0" y="-212116"/>
            <a:chExt cx="3730359" cy="618516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DE9CF62A-13DA-1F71-C994-A66909330C1A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EB4DD480-95E0-176E-4914-4408127EAD69}"/>
                </a:ext>
              </a:extLst>
            </p:cNvPr>
            <p:cNvSpPr txBox="1"/>
            <p:nvPr/>
          </p:nvSpPr>
          <p:spPr>
            <a:xfrm>
              <a:off x="0" y="-212116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 dirty="0"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BC041CAB-9300-9E67-1A3D-527497E07AF6}"/>
              </a:ext>
            </a:extLst>
          </p:cNvPr>
          <p:cNvGrpSpPr/>
          <p:nvPr/>
        </p:nvGrpSpPr>
        <p:grpSpPr>
          <a:xfrm>
            <a:off x="16707939" y="266700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C584D7FD-C5B6-6D5B-45D4-B95A41271CFD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49C141DF-25B3-731B-15B5-C3E24377575B}"/>
              </a:ext>
            </a:extLst>
          </p:cNvPr>
          <p:cNvGrpSpPr/>
          <p:nvPr/>
        </p:nvGrpSpPr>
        <p:grpSpPr>
          <a:xfrm>
            <a:off x="14096999" y="19050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577F9BA7-6C79-DFBB-F72F-7C4F13E66B65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684C70B5-1654-DBBD-38F2-4B2EB5A323A8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C35EE449-F22E-7639-3CF9-66261CA52E8C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A148A949-5EFE-F1C8-1427-8F2AABD4A9EB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26C26EE4-8671-E3B3-4372-99623F4983E5}"/>
              </a:ext>
            </a:extLst>
          </p:cNvPr>
          <p:cNvSpPr txBox="1"/>
          <p:nvPr/>
        </p:nvSpPr>
        <p:spPr>
          <a:xfrm>
            <a:off x="17145000" y="9614820"/>
            <a:ext cx="1143000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1</a:t>
            </a: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2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6CA57465-9E10-4C4E-6F5A-335BF41BDF07}"/>
              </a:ext>
            </a:extLst>
          </p:cNvPr>
          <p:cNvSpPr txBox="1"/>
          <p:nvPr/>
        </p:nvSpPr>
        <p:spPr>
          <a:xfrm>
            <a:off x="609600" y="419100"/>
            <a:ext cx="8229600" cy="831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04FBA3-E0FB-595C-5186-F8E363C4DA6C}"/>
              </a:ext>
            </a:extLst>
          </p:cNvPr>
          <p:cNvSpPr txBox="1"/>
          <p:nvPr/>
        </p:nvSpPr>
        <p:spPr>
          <a:xfrm>
            <a:off x="13722511" y="972568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69499887-6D0C-18F7-1A1C-2219416A073C}"/>
              </a:ext>
            </a:extLst>
          </p:cNvPr>
          <p:cNvSpPr txBox="1"/>
          <p:nvPr/>
        </p:nvSpPr>
        <p:spPr>
          <a:xfrm>
            <a:off x="219415" y="9892174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VENKATESH SIDDI               Paper ID : 416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03F0A-27C1-5B99-E59C-60B4C535E3CF}"/>
              </a:ext>
            </a:extLst>
          </p:cNvPr>
          <p:cNvSpPr txBox="1"/>
          <p:nvPr/>
        </p:nvSpPr>
        <p:spPr>
          <a:xfrm>
            <a:off x="967030" y="2006710"/>
            <a:ext cx="15312979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D. Yang and B. Xiao, “Feature enhanced ensemble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voting optimization for credit risk assessment,” IEEE Access, vol. 12, pp. 115124–115136, 2024.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D. Moldovan, “Algorithmic decision making methods for fair credit scoring,” IEEE Access, vol. 11, pp. 59729–59743, 2023.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S. Yoon and J.-Y. Choi, “Formal specification and verification of smart contract-based loan management system using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tla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+,” IEEE Access, vol. 13, pp. 62060–62070, 2025.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B. Karadag, A. H. Zaim, and A. Akbulut, “Blockchain-based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kyc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for credit allocation in banking,” IEEE Access, vol. 12, pp. 80176 80182, 2024.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[14] M. Adil, Y. Zhang, M. M. Jamjoom, and Z. Ullah, “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Optdevnet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optimized deep event-based network framework for credit card fraud detection,” IEEE Access, vol. 12, pp. 132421–132433, 2024.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S. L.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Jagannadham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L.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Nadh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M. Sireesha, “Brain tumour detection using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in Proceedings of the 2021 Fifth International Conference on I-SMAC (IoT in Social, Mobile, Analytics and Cloud), 2021, pp. 734–739. [Online]. Available: https://doi.org/10.1109/I SMAC52330.2021.9640875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B. Greeshma, M. Sireesha, and S. N. Thirumala Rao, “Detection of arrhythmia using convolutional neural networks,” in Proceedings of the Second International Conference on Sustainable Expert Systems, 2022, pp. 25–33. [Online]. Available: https://doi.org/10.1007/978-981 16-7657-4 3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S. Moturi, M.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Ainavolu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R.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Dokku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Kasula, N.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Yaragani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V. Dodda, “Enhanced lung cancer detection using deep learning ensemble approach,” in Proceedings of the 2024 First International Con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ference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Women in Computing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InCoWoCo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2024, pp. 1–7. [Online]. 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https://doi.org/10.1109/InCoWoCo64194.2024.10863245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013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</TotalTime>
  <Words>2145</Words>
  <Application>Microsoft Office PowerPoint</Application>
  <PresentationFormat>Custom</PresentationFormat>
  <Paragraphs>198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Telegraf Bold</vt:lpstr>
      <vt:lpstr>Calibri</vt:lpstr>
      <vt:lpstr>Times New Roman</vt:lpstr>
      <vt:lpstr>Wingdings</vt:lpstr>
      <vt:lpstr>Poppins</vt:lpstr>
      <vt:lpstr>Calibri Light</vt:lpstr>
      <vt:lpstr>Telegraf</vt:lpstr>
      <vt:lpstr>Century Schoolbook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IC3ECSBHI-2025</dc:title>
  <dc:creator>Ashish Kumar</dc:creator>
  <cp:lastModifiedBy>siddi koteswaramma</cp:lastModifiedBy>
  <cp:revision>33</cp:revision>
  <dcterms:created xsi:type="dcterms:W3CDTF">2006-08-16T00:00:00Z</dcterms:created>
  <dcterms:modified xsi:type="dcterms:W3CDTF">2026-02-14T03:32:44Z</dcterms:modified>
  <dc:identifier>DAGbIM-lVJY</dc:identifier>
</cp:coreProperties>
</file>